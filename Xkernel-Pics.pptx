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notesSlides/notesSlide5.xml" ContentType="application/vnd.openxmlformats-officedocument.presentationml.notesSlide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777" r:id="rId2"/>
    <p:sldId id="778" r:id="rId3"/>
    <p:sldId id="779" r:id="rId4"/>
    <p:sldId id="292" r:id="rId5"/>
    <p:sldId id="303" r:id="rId6"/>
    <p:sldId id="790" r:id="rId7"/>
    <p:sldId id="792" r:id="rId8"/>
    <p:sldId id="793" r:id="rId9"/>
    <p:sldId id="795" r:id="rId10"/>
    <p:sldId id="293" r:id="rId11"/>
    <p:sldId id="294" r:id="rId12"/>
    <p:sldId id="296" r:id="rId13"/>
    <p:sldId id="299" r:id="rId14"/>
    <p:sldId id="300" r:id="rId15"/>
    <p:sldId id="301" r:id="rId16"/>
    <p:sldId id="780" r:id="rId17"/>
    <p:sldId id="781" r:id="rId18"/>
    <p:sldId id="783" r:id="rId19"/>
    <p:sldId id="791" r:id="rId20"/>
    <p:sldId id="794" r:id="rId21"/>
    <p:sldId id="797" r:id="rId22"/>
    <p:sldId id="784" r:id="rId23"/>
    <p:sldId id="785" r:id="rId24"/>
    <p:sldId id="302" r:id="rId25"/>
    <p:sldId id="782" r:id="rId26"/>
    <p:sldId id="786" r:id="rId27"/>
    <p:sldId id="787" r:id="rId28"/>
    <p:sldId id="788" r:id="rId29"/>
    <p:sldId id="789" r:id="rId30"/>
    <p:sldId id="796" r:id="rId31"/>
    <p:sldId id="798" r:id="rId32"/>
    <p:sldId id="803" r:id="rId33"/>
    <p:sldId id="801" r:id="rId34"/>
    <p:sldId id="799" r:id="rId35"/>
    <p:sldId id="80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5101E6-F04F-2502-0F2C-E3CE916BEFBA}" name="JING LIU" initials="JL" userId="S::jliu593@wisc.edu::ef3edcac-0102-4d72-9dd0-02b74eb79bd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G LIU" initials="JL" lastIdx="1" clrIdx="0">
    <p:extLst>
      <p:ext uri="{19B8F6BF-5375-455C-9EA6-DF929625EA0E}">
        <p15:presenceInfo xmlns:p15="http://schemas.microsoft.com/office/powerpoint/2012/main" userId="S::jliu593@wisc.edu::ef3edcac-0102-4d72-9dd0-02b74eb79b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050"/>
    <a:srgbClr val="9DC3E6"/>
    <a:srgbClr val="011893"/>
    <a:srgbClr val="D1D4DC"/>
    <a:srgbClr val="C3C6CD"/>
    <a:srgbClr val="DBDEE7"/>
    <a:srgbClr val="E9EBF5"/>
    <a:srgbClr val="9437FF"/>
    <a:srgbClr val="62C57E"/>
    <a:srgbClr val="2E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C588C-247F-E44D-A982-BDE721205C80}" v="483" dt="2025-12-09T01:02:13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92176"/>
  </p:normalViewPr>
  <p:slideViewPr>
    <p:cSldViewPr snapToGrid="0" snapToObjects="1">
      <p:cViewPr>
        <p:scale>
          <a:sx n="91" d="100"/>
          <a:sy n="91" d="100"/>
        </p:scale>
        <p:origin x="1304" y="-24"/>
      </p:cViewPr>
      <p:guideLst/>
    </p:cSldViewPr>
  </p:slideViewPr>
  <p:outlineViewPr>
    <p:cViewPr>
      <p:scale>
        <a:sx n="33" d="100"/>
        <a:sy n="33" d="100"/>
      </p:scale>
      <p:origin x="0" y="-52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96D8F0-BB4E-3841-B140-9349C7EA6A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5CCD7-5F25-7945-B0A7-B6DAC3CE3E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AB328-A498-3A42-88C7-CC7449276FF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DDF0D-B333-E14D-B8DA-DA62E356FE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06905-A265-C542-8A30-B8609A13EF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9C881-C8E1-3C4E-A1E9-F0116E3ED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72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36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1 24575,'-8'96'0,"1"1"0,0 0 0,-1 0 0,1 0 0,-1 0 0,1 0 0,0-1 0,-1 1 0,1 0 0,-1 0 0,1 0 0,-1 0 0,1 0 0,0 0 0,-1-1 0,1 1 0,-1 0 0,1 0 0,-1 0 0,1 0 0,0 0 0,-1-1 0,1 1 0,-1 0 0,1 0 0,0 0 0,-2 13 0,2-15 0,0-11 0,1-6 0,0 1 0,-1 5 0,-1 11 0,-1 17-262,3-40 0,-1 8 0,0 7 0,-1 8 0,0 5 0,-1 6 0,0 4 0,0 5 0,-1 2 0,0 3 0,0 2 0,0 1 0,0 0 0,-1 1 0,1-2 0,0-2 0,0-2 0,0-4 0,1-3 0,0-4 0,0-6 0,1-6 0,0-7 0,0-7 0,2-8 0,0-9 0,0-9 0,2-11 262,-7 50 0,1-21 698,-3 10 0,0 5 0,3-16-698,7 3 1169,3-27-1169,0-25 0,0 15 0,0-33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3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39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24575,'81'-9'0,"-1"-1"0,1 1 0,0 0 0,-6 4 0,8 1 0,4 0 0,6 1 0,5 0 0,3 1 0,5-1 0,2 0 0,3-1 0,-31 1 0,4 1 0,3-1 0,2 0 0,3 0 0,1 0 0,3 0 0,1 1 0,1-1 0,1-1 0,0 1 0,1 0 0,0 0 0,0 0 0,0 0 0,-2 0 0,-1 0 0,-1 0-490,0 0 1,0 0 0,-1-1 0,0 1 0,1-1 0,-1 1 0,1-1 0,-1 1 0,1-1 0,0 1 0,0-1 0,0 1 0,0 0 0,1 0 0,0 0 0,1 0 0,0 1 0,0-1 489,-4 1 0,2 1 0,0-1 0,2 1 0,1-1 0,0 1 0,1 0 0,-1 0 0,1 0 0,-1 0 0,0 0 0,0 0 0,-2 1 0,-1-1 0,-1 1 0,-2-1 0,-1 0 0,-3 1 0,-2-1 0,-2 1 0,21-1 0,-3 0 0,-2 0 0,-4 0 0,-1 0 0,-2 1 0,-1-1 0,-1 1 0,0 0 0,-1 0 0,0 1 0,1 0 0,11 2 0,-3-1 0,0 1 0,-1 1 0,-1 0 0,0 0 0,1 1 0,0-1 0,1 1 0,2 0-107,-10-1 1,1 0-1,0 1 1,2 0 0,0 1-1,0-1 1,0 0-1,0 0 1,-1 0 0,0 0-1,-2 0 1,-1-1 106,8 0 0,-2 0 0,-1 0 0,-1 0 0,0-1 0,0 1 0,0-1 0,1 0 0,2 1 0,1-1 0,-5 1 0,1-1 0,3 1 0,2 0 0,0 0 0,0 0 0,-1-1 0,-1 1 0,-2-1 0,-3 0 0,-4-1 0,-3 0 0,19 0 0,-5-1 0,-4-1 0,-3 0 0,-1 0 0,0 1 0,2 0 141,0 1 0,-1 0 0,1 0 1,-1 1-1,0 0 0,-2 0 0,-1 0-141,4 2 0,-2-1 0,-2 1 0,1 0 0,3 1 0,5-1 0,-15-1 0,2 0 0,3 0 0,2 0 0,1 0 0,2 0 0,1 0 0,1 1 0,1 0-216,-5 1 0,2-1 0,1 1 0,2 0 0,0 1 0,1-1 0,1 1 0,0-1 0,1 1 0,-1-1 1,-1 1 215,-5-1 0,0 0 0,1 0 0,0 0 0,0 0 0,0 0 0,0 0 0,0 0 0,0 0 0,-1-1 0,-1 1 0,-1-1 0,4 0 0,0 0 0,1-1 0,0 1 0,0-1 0,-2 0 0,-2 1 0,-1-1 0,-3 0 0,-3 0 0,-4 0 487,27 2 0,-3 0 0,-6 0 0,-3 0 1,-6-1-1,-4-1-487,1 0 0,-8-2 0,-2 0 0,3 0 0,9-2 0,0 0 0,3 0 0,5 0 267,-18 0 1,4 0 0,1 0 0,3 1-1,3-2 1,2 1-268,-7-2 0,5 0 0,3 0 0,2-1 0,-1 0 0,-2 0 0,-3 1 0,-5 0 110,20 0 1,-4 1 0,-4 0 0,-5-1 0,-5-1-1,30-2 1,-9-1 0,-49-2 0,-54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0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24575,'64'54'0,"-1"0"0,1 0 0,-2-12 0,7 0 0,3 1 0,0 0 0,-6 0 0,3 8 0,-4 1 0,-1-1 0,3-3 0,14 1 0,9 0 0,-12-7 0,-31-13 0,-35-14 0,-50-6 0,-31 3 0,-24 4 0,23-6 0,-11 1 0,-5 1 0,1 0 0,9-1 0,-12 2 0,6-1 0,-2 1 0,-4-1 0,-8 1 0,10-1 0,31-2 0,33-2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859 0 24575,'-57'54'0,"0"1"0,1-6 0,-6 4 0,-2 5 0,2 2 0,-3 7 0,-1-1 0,4-4 0,-3-1 0,3-5 0,5-2 0,-11 18 0,21-19 0,39-41 0,8-8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24575,'5'-3'0,"-2"5"0,33 35 0,24 19 0,6-4 0,15 7 0,7 4 0,-4-2 0,-18-13 0,-1 1 0,1 0 0,-1 0 0,2-1 0,2 1 0,3 2 0,-2-2 0,-3-3 0,-6-7 0,37 20 0,-36-22 0,-59-33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3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 24575,'-34'76'0,"10"-23"0,-1 5 0,-5 29 0,1 3 0,1-13 0,3-5 0,12-14 0,3-8 0,0-8 0,10-38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4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24575,'71'-14'0,"0"0"0,0 0 0,5 4 0,10 2 0,3 0 0,1 0 0,-5-2 0,4-3 0,-2-1 0,-2 1 0,3 1 0,14 2 0,7 1 0,-11 2 0,-26 0 0,-19-1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6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731 1 24575,'-9'3'0,"-9"25"0,-13 17 0,-15 21 0,-4 10 0,3-1 0,1 9 0,2 5 0,-1 2 0,-1-3 0,5-17 0,-2-1 0,-1-1 0,2 0 0,4-1 0,-2 12 0,2 2 0,6-7 0,11-16 0,12 10 0,9-23 0,8-6 0,24-16 0,-11-14 0,63-43 0,-20-10 0,7-14 0,-5 4 0,-5 7 0,-2 0 0,6-7 0,5-5 0,-17 16 0,-19 18 0,-4 3 0,-6 2 0,-4 10 0,-27 22 0,-19 45 0,-3 13 0,3 6 0,-3-8 0,4-7 0,21-28 0,0-31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24575,'0'9'0,"0"-1"0,0 49 0,12-15 0,-9 16 0,9-32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48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138 125 24575,'-27'85'0,"9"-10"0,-1 4 0,0-13 0,0-1 0,-8 17 0,19-28 0,62-96 0,24-40 0,-24 26 0,1-4 0,0-1 0,4-2 0,-1 0 0,-1 3 0,25-30 0,-26 37 0,-51 56 0,2 22 0,-3 45 0,-2 10 0,3-7 0,-2 2 0,-1-9 0,-2-42 0,3-20 0,2 0 0,3-4 0,4-4 0,43-33 0,16-15 0,-7 11 0,1-2 0,16-13 0,-3 2 0,-25 19 0,-11 14 0,-23 26 0,-6 34 0,1 17 0,0 30 0,-7 2 0,-7-24 0,0-17 0,0-27 0,0-11 0,0-1 0,0-4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50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24575,'8'63'0,"13"-15"0,14 10 0,8-27 0,15-13 0,11-5 0,5-4 0,2-3 0,-5 1 0,0-7 0,7-21 0,-15-11 0,-33-19 0,-9-33 0,-31 40 0,-13 6 0,3 21 0,-8 17 0,-7 20 0,-16 11 0,-5 11 0,5 7 0,12-5 0,3 13 0,13-17 0,-5 8 0,10-10 0,1 0 0,8 3 0,24 1 0,12 1 0,5-13 0,3-18 0,1-21 0,-11-5 0,7-2 0,-24 11 0,-4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5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 24575,'-7'93'0,"-1"1"0,1-1 0,0 0 0,0 1 0,0-1 0,0 1 0,1-7 0,2 0 0,-1 1 0,0 1 0,1 2 0,-1 2 0,0 3 0,0 4 0,-1 4 0,0-17 0,0 5 0,0 4 0,-1 2 0,-1 3 0,1 2 0,0 1 0,-1 1 0,0 0 0,1 0 0,0-2 0,0-1 0,0-3 0,1-2 0,0-3-421,0 11 1,1-2 0,-1-1 0,1-2 0,1-1 0,-1-1 0,1-2 0,-1 0 0,1-2 0,-1-1 0,0 0 420,0 7 0,-1 2 0,0 0 0,0-2 0,1-2 0,-1-4 0,1-4 0,1-7 0,1-8 0,-2 15 0,2-14 0,1-3 0,2 8 0,1 9 0,3 7 0,1 2 0,-1-2 0,1-7 323,-2-6 0,0-7 1,0 0-1,1 6-323,1 6 0,1 6 0,0 1 0,0-2 0,-1-8 0,-2 15 0,0-7 0,1-12 0,3-16 0,1-1 259,-4 17 0,-1 11 0,2 4-259,3-5 0,2 4 0,1 1 0,-2-5 0,-2 4 0,-1-6 0,1 9 0,-1-14 0,0 8 0,1 2 0,0-3 0,-1-9 0,1 4 0,0-8 0,0-1 0,-2-5 0,0-1 0,1-3 0,2 32 0,1-26 0,-1-59 0,-8-13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8:58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24575,'25'94'0,"1"0"0,-1-1 0,0 1 0,-4-12 0,0 7 0,2 5 0,0 3 0,0 5 0,1 1 0,0 2 0,0 1 0,-5-20 0,0 1 0,1 3 0,0 1 0,0 1 0,0 2 0,0 1 0,0 0 0,0 1 0,0 0 0,-1 0 0,0 0-628,-1-2 0,0 1 0,0 1 0,0 0 0,0 1 1,0 0-1,-1 1 0,0 0 0,0 0 0,-1 0 0,0 0 1,-2 0-1,1-1 628,-2 1 0,0 1 0,-1 0 0,0 1 0,0 0 0,-1 0 0,-1 0 0,0-1 0,0-1 0,-1-1 0,-1-2 0,0-1 0,0-2 0,-1 10 0,0-3 0,-1-2 0,-1-1 0,0-1 0,-1-1 0,0 0 0,-1 0 0,0 0 0,-1 2-70,-1 0 0,0 3 1,0 0-1,-2 0 0,1 0 1,-1-1-1,-1-2 1,1-3-1,-1-3 0,0-4 70,-1 20 0,0-5 0,0-4 0,-1-2 0,-1-2 0,0 0 245,0-4 0,-1-1 1,0-1-1,-1-1 1,0-5-1,-1-3-245,-2 5 0,-1-5 0,0-3 0,2 3 0,1 11 0,1 1 0,1 0 0,-1-7 0,-1-2 0,-2-5 0,2-4 0,-2 20 0,3-15 947,6-20 1,-3-45-1,4-8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24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24575,'0'54'0,"0"1"0,-4 20 0,-1 8 0,4 0 0,1 6 0,-1-1 0,-2-13 0,-1-2 0,2 6 0,3 4 0,0 8 0,2 0 0,0-8 0,1-8 0,1-7 0,-1 4 0,0 16 0,0 4 0,-1 2 0,0-14 0,1 4 0,-1-2 0,-2-3 0,-3 6 0,-2-3 0,2 3 0,2-6 0,2 5 0,0 1 0,-2-5 0,-1 8 0,-2-4 0,0-2 0,3-6 0,0-3 0,-1 0 0,1-4 0,0-1 0,-2 3 0,-2 14 0,-1 3 0,0 0 0,0 2 0,0-1 0,-1-2 0,-1-13 0,0-1 0,-1 4 0,0 7 0,-1 7 0,1 0 0,0-9 0,0-10 0,1-6 0,0 3 0,-3 22 0,-1 3 0,3-6 0,3-1 0,0-2 0,-4 12 0,0 1 0,8-8 0,0-2 0,-4-6 0,-1-2 0,5-2 0,1-6 0,-5 9 0,5 13 0,0-26 0,0-8 0,0-13 0,0-12 0,0-23 0,27-7 0,19-2 0,26 2 0,18-1 0,10 0 0,4 1 0,-5-1-419,-11 0 1,3-1-1,2 0 1,2 0-1,4 0 1,3 1 0,3-1-1,4 1 419,-24-1 0,4 1 0,4 0 0,2 0 0,3 0 0,1 0 0,1 0 0,1 0 0,0 0 0,-1 0 0,-1-1 0,-2 0 0,-3-1 0,-2-1 0,7 1 0,-1-2 0,-1 0 0,-2 0 0,-1-1 0,-1 0 0,0 0 0,0-1 0,-1 0 0,1 0 0,0-1 0,9 0 0,2 0 0,1 0 0,0-1 0,-1 0 0,-2-1 0,-2 0 0,-3-1 0,-5-1 0,-5-1-157,12-3 1,-7-1-1,-5-1 1,-2-1 0,0-1-1,2 1 157,0-1 0,-1-2 0,0 0 0,0 1 0,0 1 0,1 3 0,4 1 0,1 3 0,1 2 0,-1 0 0,0 1 0,-2-1 0,-6-1 0,-1 0 0,-1 0 0,0 0 0,2 2 0,3 1 0,-1 1 0,2 2 0,1 1 0,2 1 0,1 0 0,0-1 0,0 0 0,5 0 0,1-2 0,0 1 0,1 0 0,1 0 0,2 0 0,2 1-253,-12 0 0,1 1 0,1 0 0,2 1 0,0-1 0,2 1 0,1-1 0,2 0 0,0-1 253,-13 0 0,1 0 0,2 1 0,1-1 0,1 0 0,1 0 0,0-1 0,-1 0 0,1 0 0,-1-1 0,-2-1 0,-1 0 0,12-2 0,-2-1 0,0 0 0,-2-1 0,1-1 0,-1 0 0,1 0 0,0-1 0,1 1 0,0 0 0,-3 1 0,2 0 0,1 0 0,1 0 0,0 0 0,0 0 0,-2-1 0,-2 0 0,-2 0 0,-3-1 0,-5-1-66,18-3 0,-6-1 1,-3-1-1,-3 0 1,-1 0-1,-1 0 1,1 2 65,8-2 0,-1 0 0,0 1 0,-2 1 0,-2 2 0,0 3 0,7 1 0,-2 3 0,-1 2 0,-1 2 0,2 2 0,-17 1 0,1 2 0,0 1 0,0 2 0,0 0 0,0 2 0,3 0 0,0 2 0,0 1 0,1 1 0,2 1 0,1 1 0,-1 1 0,2 3 0,2 1 0,1 1 0,-1-1 0,-2-1 0,-1-3 197,1 0 1,-3-1 0,-1-2 0,1 0-1,4-1 1,6-1-198,-17-2 0,4 0 0,3 0 0,2-1 0,3 0 0,0 0 0,0-1 0,0-1 0,-1 0 0,-3-1 0,4-1 0,0-1 0,0-2 0,-1 1 0,-1-2 0,1 1 0,-1-1 0,1 1 0,-1 0 0,1 1 0,2-1 0,0 1 0,0-1 0,0 1 0,-3-1 0,-2 1 0,-4-1 0,-4 0 169,25 1 1,-4 0 0,-5-1 0,-7 0 0,-8 1-170,7 0 0,-9 1 0,-14-2 2535,16-2-2535,-21 0 0,2 0 307,-4 4 1,-4 1-308,24-3 1838,-38 6-1838,12-1 0,11-2 0,17 1 0,0 2 0,-4 4 0,-1 2 0,2-2 0,4-4 0,1 0 0,-9 0 0,8 8 0,-30-5 0,-49-11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29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24575,'0'74'0,"0"-13"0,0 20 0,0 9 0,0 3 0,0-6 0,-2 6 0,0-1 0,-1 0 0,1 7 0,1-13 0,1 7 0,0 3 0,0-2 0,0-5 0,-1-9 0,-2 18 0,-1-9 0,2-14 0,-1-13 0,10-23 0,35-43 0,22-8 0,15-3 0,-2 4 0,8-1 0,-4 1 0,10-4 0,-3 2 0,12 2 0,-28 5 0,-65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97 24575,'-8'-8'0,"3"-1"0,-3 4 0,-11-6 0,-40-9 0,1 4 0,-7 1 0,-2 51 0,21 14 0,3 9 0,0 6 0,12-15 0,2 0 0,0 4 0,5 2 0,-5 37 0,28-45 0,-2 4 0,14-36 0,-3-13 0,9-3 0,1-3 0,2 5 0,-7-1 0,-1 8 0,-4-1 0,8-3 0,25-34 0,-6-14 0,0-5 0,23-24 0,-25 9 0,1-12 0,-7 9 0,3-18 0,-8 15 0,-3 6 0,-6 25 0,-5 26 0,1 11 0,3-3 0,-7 8 0,2 19 0,-2 23 0,-2 2 0,3 5 0,9 12 0,2-1 0,-8-11 0,0-3-6784,24 33 6784,-21-64 0,18 23 0,-5-18 0,13 20 0,-22-28 0,-8-11 0,-8-2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24575,'0'65'0,"0"-6"0,0 7 0,-2 13 0,-1 6 0,0-6 0,0 5 0,1-2 0,2-14 0,2-2 0,1 0 0,4 33 0,4-5 0,3-24 0,3-8 0,20 14 0,-8-35 0,-12-19 0,66-24 0,-20-10 0,2-5 0,-10 4 0,-1 0 0,8-4 0,-15 2 0,-35 6 0,-12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4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 24575,'19'0'0,"36"-2"0,33-3 0,12-1 0,-6-1 0,-11-2 0,0-2 0,0-1 0,3 2 0,12 1 0,4 2 0,-2-1 0,-8-1 0,6-4 0,-7 0 0,-41 1 0,-46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6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24575,'5'-8'0,"13"3"0,63-8 0,3 0 0,20-3 0,-2 1 0,-15 4 0,-1 1 0,2-1 0,-12 0 0,3-2 0,-3 1 0,-10 2 0,7 2 0,-21 4 0,-36 4 0,-1 0 0,-4 0 0,1 0 0,-9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24575,'0'24'0,"0"29"0,0 25 0,0 7 0,1-12 0,1 7 0,1 4 0,-1 1 0,0 0 0,-1 4 0,1 1 0,-1 1 0,0-1 0,1-2 0,1 15 0,-1 1 0,1-6 0,0-14 0,2 13 0,-1-34 0,-3-56 0,2-7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3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24575,'3'56'0,"1"0"0,-4 10 0,0 8 0,1 4 0,1-3 0,2 4 0,-1 1 0,0-5 0,-2 6 0,1-3 0,-1-3 0,1 26 0,2-22 0,4-47 0,-4-9 0,1-2 0,-2-10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4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22 126 24575,'-3'4'0,"2"4"0,1-11 0,61-18 0,-9 2 0,2-2 0,-7 2 0,0 0 0,5-3 0,-7 8 0,-17 21 0,16 31 0,17 28 0,2 5 0,-2-1 0,-2-5 0,-15-12 0,-41-41 0,-43 29 0,-12 17 0,-9 3 0,-4-16 0,-6-2 0,11 1 0,-3 2 0,4-10 0,2-15 0,6-7 0,-25 3 0,47-13 0,17-4 0,-4 3 0,6-2 0,-2 3 0,8-4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4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24575,'0'12'0,"3"19"0,-2 33 0,-1 12 0,2-8 0,0 2 0,-2 22 0,0-5 0,0 5 0,0-59 0,0-29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4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24575,'34'0'0,"27"-8"0,-1 5 0,2-1 0,-41 4 0,-14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5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56.26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24575,'90'3'0,"1"0"0,0 0 0,-1-1 0,-13 0 0,9-1 0,8 0 0,5 1 0,5-1 0,2 0 0,2 0 0,0 0 0,-3 0 0,-2 1 0,-6-1 0,-2 0 0,-2 1 0,-2-1 0,0 0 0,-1 1 0,0-1 0,0 1 0,1-1 0,2 0 0,1 0 0,1 1 0,4-1 0,3 0 0,1 0 0,1 0 0,-2 0 0,-1 0 0,-5 0 0,-4 0 0,-6 0 0,-8 0 0,28-1 0,-1 1 0,-11 0 0,-21-1 0,-31 1 0,-31 0 0,-11 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59.25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1120 85 24575,'-73'-23'0,"-16"10"0,-10 2 0,8-1 0,1 2 0,-10-1 0,10 6 0,6 13 0,37 47 0,9-15 0,0 5 0,0 7 0,0 9 0,-1 17 0,-1 12 0,7-1 0,16-20 0,5-2 0,-1 2 0,-8 16 0,-1 2 0,14-8 0,16-1 0,27-14 0,19-34 0,22-10 0,13-7 0,3-3 0,-7 0 0,12 1 0,-1-6 0,2-1 0,1 1 0,-10 2 0,4 0 0,0 0 0,-5-1 0,-7-4 0,20-2 0,-8-2 0,-41-10 0,-48-6 0,0-13 0,14-35 0,-5 18 0,5-17 0,-14 49 0,-4 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29:59.96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98 1 24575,'-5'24'0,"-9"33"0,-1 15 0,5 7 0,1 5 0,-1-11 0,0 3 0,1-4 0,2 7 0,3-10 0,3 7 0,-2-65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0:04.1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1 138 24575,'14'5'0,"39"-3"0,37-4 0,20-2 0,6 0 0,-39 2 0,7-1 0,5 0 0,5-1 0,4 0 0,2 0 0,2 0 0,0 0 0,0 0 0,-2 0-569,-9 1 0,0-1 0,2 1 1,0-1-1,2 1 0,-1-1 1,2 1-1,-1 0 0,1-1 1,0 1-1,-1 0 0,1-1 569,3 1 0,2-1 0,2 1 0,1-1 0,0 1 0,0-1 0,-2 1 0,-2 0 0,-2 0 0,-3 0 0,-5 0 0,-4 0 0,16 0 0,-3 0 0,-3 0 0,-5 0 0,-6 1 0,-7 0 0,-9 1 0,18 0 0,-12 0 0,-27 4 0,-34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0:06.0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1683 188 24575,'-24'-9'0,"-43"-3"0,-21-3 0,17-2 0,-4-2 0,1 1 0,4 3 0,0 2 0,2-1 0,-32-13 0,20 5 0,46 16 0,-20 32 0,-14 18 0,10-4 0,-6 7 0,-2 2 0,3-4 0,-3 2 0,3-3 0,-1 3 0,-16 9 0,0 2 0,19-3 0,13 29 0,38-31 0,5 6 0,-4 21 0,6 4 0,12 5 0,17-1 0,21-14 0,15 0 0,2-10 0,7-2 0,9-13 0,9-13 0,11-8 0,-6-16 0,5-25 0,-9-16 0,-17 1 0,-8-4-1357,-11 1 0,-17 6 0,-32 21 1,-2 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0:07.2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1 146 24575,'65'-16'0,"1"1"0,25-6 0,3-1 0,-9 0 0,-2 1 0,2-3 0,-21 19 0,-49 47 0,-19 20 0,3-1 0,-6-8 0,-24-14 0,-3-5 0,-17 15 0,21-23 0,14-7 0,16-14 0,92 19 0,-15-18 0,15-2 0,-4 0 0,-17 2 0,-2 1 0,1-2 0,17-1 0,3 0 0,-18-4 0,-7-4 0,-49 1 0,-6-2 0,6 0 0,-11 2 0,-2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34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24575,'92'6'0,"-1"0"0,1 0 0,-1-1 0,2-1 0,12 2 0,-27-1 0,9 1 0,6 0 0,3 1 0,-1 1 0,-4-1 0,-8-1 0,17 3 0,-6 0 0,-3 0 0,3-1 0,-7-2 0,4 0 0,0 0 0,-7-1 0,-13 1 0,7 2 0,-11-2 0,-6-5 0,-1-3 0,8 0 0,2 0 0,9 2 0,-1 0 0,-11 0 0,-3 0 0,32 0 0,-76 0 0,-12 0 0,11 0 0,34 0 0,31 0 0,12 0 0,-4 0 0,-3 0 0,1 1 0,1-1 0,2-1 0,5 1 0,2-1 0,-1 0 0,-4 0 0,11-1 0,-4 0 0,-13-3 0,-23-6 0,0-1 0,2 6 0,9 1 0,3 0 0,-5 1 0,3-2 0,-4 1 0,2 1 0,16 0 0,2 1 0,-21 2 0,-16 6 0,28-5 0,-16 0 0,4 0 0,-11 0 0,-1 0 0,2 0 0,-5 0 0,10 0 0,-1-6 0,3 0 0,-16 4 0,0 0 0,17-4 0,-11 0 0,-34 2 0,-19-4 0,9-24 0,-5 10 0,5-6 0,-12 20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20.8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0 187 24575,'33'-19'0,"44"-15"0,-23 12 0,3 1 0,-6 2 0,2 1 0,10 4 0,7 4 0,-1 4 0,6 2 0,-1 1 0,16-2 0,0 1 0,-20 1 0,2-1 0,-11 4 0,18 7 0,-37 45 0,-7 13 0,16 19 0,-8-15 0,-3-3 0,-5-17 0,4-53 0,18-19 0,18-14 0,0 2 0,-13 10 0,1 2 0,1-3 0,16-11 0,3-3 0,-10 6 0,-11 8 0,-14 14 0,-22 24 0,12 20 0,7 7 0,2-7 0,5 0 0,34 15 0,3-5 0,-32-21 0,2-7 0,18-7 0,10-6 0,-8-5 0,-10-10 0,-2-3 0,27-8 0,-2 19 0,-22 50 0,-2 23 0,-12-14 0,3 9 0,2 2 0,-1-2 0,-8-6 0,-3 0 0,3-3 0,8-4 0,19 5 0,8-2 0,5-11 0,0-23 0,-18-25 0,2-17 0,1-11 0,-1-5 0,-1 2 0,1 0 0,-1-5 0,-1-2 0,-1 0 0,-2 2 0,11-6 0,-1 0 0,-4 2 0,-4 3 0,0-6 0,-4 3 0,-18 27 0,-18 43 0,-9 3 0,4 10 0,-9-24 0,50-15 0,18-15 0,-14-13 0,1-3 0,21 11 0,-5-1 0,-26-8 0,-20 4 0,-36 21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23.3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42.1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24575,'46'50'0,"-1"0"0,6-11 0,6 1 0,0-1 0,19 21 0,1-4 0,9-2 0,2-20 0,-5-48 0,4-19 0,-13 8 0,4-4 0,8-3 0,-5 3 0,9-3 0,4-2 0,-1 1 0,-5 5 0,-2 1 0,-5 2 0,2 3 0,7 4 0,-8 6 0,8 1 0,3 4 0,-1 2 0,-4 3 0,-8 5 0,-1 5 0,-8 5 0,-1 3 0,5 4 0,5 3 0,4 4 0,2 2 0,-2 1 0,-3 0 0,7 2 0,-4 1 0,-1 1 0,-2 1 0,-4 0 0,-2 1 0,-1-1 0,1-3 0,15 4 0,1-5 0,11-5 0,-19-10 0,8-2 0,5-2 0,5-2 0,3-2 0,2-1-274,-17-3 1,5-1-1,2-2 1,3-1-1,1-1 1,0 0 0,-1 1-1,-3 0 1,-3 0 273,10 3 0,-2 0 0,-2 0 0,-1 0 0,-1 0 0,1-1 0,1-1 0,-8-1 0,4 0 0,1-1 0,-1 0 0,-2-1 0,-5-1 0,-7-1 0,-10-1 0,27-5 0,-14-2 0,-11-3 0,-8-5 0,-2-1 0,30-2 0,-7 0 0,-25-6 0,-42 25 2461,7 4-2461,8 26 0,4 3 0,-12 6 0,-6-11 0,-16-21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45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24575,'21'5'0,"33"4"0,25 3 0,-8 0 0,14 1 0,12 2 0,6 1 0,5 1 0,-1 0-706,-26-5 0,3 2 0,2-1 0,3 1 0,1 1 0,2-1 0,1 0 0,1 0 0,1 0 0,-1-1 706,-5-1 0,2 0 0,1-1 0,2 1 0,0-1 0,1 1 0,0-1 0,-1-1 0,0 1 0,-2-1 0,-2-1 0,-3 0 0,15 2 0,-2 0 0,0-1 0,-1 0 0,-2-1 0,-3-1 0,-2-1 0,-4-2 0,-3-2 330,8 0 1,-4 0 0,-3-3-1,-4-2 1,-4-5 0,-6-6-331,25-22 0,-11-10 0,1 1 0,-17 13 0,2 2 0,0 0 0,2 1 0,5-2 0,3 1 0,-1 2 0,0 3 284,-4 4 0,1 1 0,-2 5 1,-8 5-285,17 7 0,-10 10 0,-16 8 0,-4 3 0,39 13 0,-13-3 0,17 0 0,-26-15 0,9-3 0,7-1 0,1-2 0,-2-1 0,-1-2 0,1-2 0,0-1 0,0-1 0,-1 1 0,-3 1 0,1 1 0,-2 0 0,-2-2 0,-7-3 1297,17-5 1,-6-4 0,-20 1-1298,-14-2 23,29 2 0,9 2-23,-24 3 0,1-1 0,27-3 0,-8 0 0,-27-1 0,-49 4 0,-8-3 0,0 7 0,0-2 0,0 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50.0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24575,'64'0'0,"1"0"0,6 2 0,14 0 0,8 0 0,4 1 0,-4-2 0,3 0 0,0 0 0,2-1 0,2 0 0,3 1 0,-15 0 0,5 0 0,2 1 0,0-1 0,-1 1 0,-4 0 0,-5-1 0,5 0 0,-4-1 0,-4 1 0,-2 1 0,-3 1 0,2 1 0,-5 3 0,0 0 0,2 1 0,10 2 0,1 2 0,4 1 0,9 0-616,-17-3 1,7 0 0,5 0 0,2 1 0,2 0 0,-1 0 0,-1-1 615,-2 1 0,2 0 0,-1-1 0,1 1 0,-1 0 0,-1-1 0,-1-1 0,-4-1 0,2 0 0,-1 0 0,-1-1 0,-3 0 0,-4-1 0,-6 1 0,16 1 0,-6 1 0,-7-2 0,-9-2 0,-2-2 0,3-2-64,4-1 0,14 0 0,10 0 0,7 0 0,3 0 64,-24-1 0,5 0 0,6 0 0,3 0 0,1 0 0,-1 0 0,0 0 0,-5 0 0,-4 1 0,3-1 0,-4 1 0,-2 0 0,-2 0 0,0-1 0,0 1 0,2 0 104,14-1 1,12 0 0,5 0 0,-7 0 0,-17 0 0,-25 1 0,-36 1-1,-30 0 1,-4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8:55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24575,'56'27'0,"0"0"0,8-8 0,13 0 0,9 0 0,6-1 0,0-1 0,-10-2 0,3 0 0,3-1 0,3 0 0,2-1 0,3-1 0,1 0-402,-4-1 0,3 1 0,3 0 0,1-1 1,2-1-1,0-1 0,0-3 0,-2-3 1,-2-3 401,-5-4 0,0-4 0,0-2 0,0-3 0,-1-1 0,-2 0 0,-2-1 0,-3 2 0,-4 1 0,13 0 0,-4 2 0,-2 0 0,-4-1 0,-5-4 0,-5-3 282,12-13 0,-4-5 0,-12-1 0,-18 7-282,-9-6 592,2 32-592,26 6 0,31 4 0,13 1 0,-6-2 0,-27-4 0,-1 0 0,2 0 0,0-1 0,2 1 0,8 2 0,4 0 0,0 1 0,-4-1 0,-6-1 0,26-1 0,-7 0 0,-33-1 1896,-39 1-1896,44 25 0,24 8 0,-30-18 0,8-3 0,1 0 0,-3 2 0,8 8 0,-3 1 0,2-2 0,15-5 0,4-2 0,-21-2 0,-4 10 0,-13-11 0,20 2 0,10 1 0,-2 0 0,-16-3 0,17 6 0,-2 0 0,4-3 0,18 3 0,-9-3 0,-32-5 0,-33-6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9:10.0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475 143 24575,'13'-17'0,"14"-7"0,-7 1 0,5 2 0,-10 8 0,-2 10 0,72-11 0,-32 2 0,37-3 0,-64 21 0,-22 16 0,-4 5 0,3-3 0,-2-8 0,3-3 0,-4 4 0,0 7 0,0 2 0,-4 18 0,-39 20 0,-11-12 0,-16 3 0,10-15 0,-11 2 0,-1 0 0,6-3 0,2 0 0,4-2 0,-1-1 0,-16 5 0,-2-1 0,26-9 0,33-14 0,33-13 0,37-10 0,29-9 0,8 3 0,4 5 0,10 4 0,3-1 0,-5-1 0,-14-2 0,-4-3 0,0 1 0,1 3 0,12 2 0,5 1 0,-11 3 0,-25 5 0,-21 12 0,-30 4 0,-11 8 0,3 20 0,-5-19 0,-56 41 0,6-35 0,-13-1 0,4-1 0,-6 10 0,1-2 0,4-7 0,-3 1 0,14-7 0,8 0 0,30-22 0,-70 10 0,-22 0 0,38-7 0,0 1 0,-2 2 0,-5 2 0,10-4 0,-17-5 0,80-7 0,1-4 0,3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39:13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24575,'-20'83'0,"16"-17"0,4 16 0,2 7 0,1-3 0,1-6 0,0-1 0,2 0 0,-1 2 0,0 9 0,-1 4 0,1-3 0,3-10 0,11 30 0,-2-33 0,-13-58 0,0-17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40:24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24575,'75'-17'0,"-1"1"0,-7 7 0,14 0 0,11 0 0,5 0 0,0 0 0,-4 0 0,-9 0 0,19-5 0,-8 0 0,0 1 0,8 0 0,-20 4 0,10 0 0,4 0 0,-1 0 0,-6 1 0,-11 2 0,-17 0 0,15-2 0,-39 7 0,-53 9 0,10-2 0,-14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5T23:40:24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 0 24575,'-27'90'0,"6"-21"0,-3 16 0,-2 12 0,3 7 0,9-24 0,0 8 0,2 5 0,0 4 0,0 2 0,0 0 0,0-1 0,-1-4-174,0-3 1,-1-1-1,-1 1 1,0-1 0,1-1-1,0 1 1,2-2 0,0 1 173,1 10 0,1 3 0,0 1 0,2-2 0,0-6 0,2-7 0,0-9 0,1 22 0,3-13 0,-2-28 0,0-35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4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1225 1 24575,'16'0'0,"13"0"0,5 0 0,-3 1 0,-19 16 0,-31 67 0,3-22 0,-4 11 0,-1 9-780,4-8 0,0 8 0,-1 4 0,1 4 1,0 2 779,1-2 0,0 4 0,1 2 0,0 1 0,1 2 0,1 0 0,2-11 0,1 2 0,0 1 0,1 0 0,1 0 0,0-1 0,1-1 0,0 9 0,2 0 0,0-1 0,1-2 0,1-2 0,0-4-168,1-3 1,1-2-1,0-3 1,1-4 0,0-3 167,0 18 0,0-6 0,4-12 0,1-5 0,10-23 0,28-48 0,24-71 0,-28 19 0,1-5 0,-3-3 0,-2 2 1851,-6 11 0,-2 4-1851,9-19 1034,-19 34-1034,-16 27 0,-21 38 0,-1 7 0,-2 8 0,-6 25 0,0 7 0,9-16 0,0 4 0,2 0 0,2 4 0,1 2 0,4-2 0,2-4 0,3-1 0,1-3 0,1 20 0,2-6 0,2-15 0,1-5 0,2 27 0,-1-27 0,-5-10 0,-15-3 0,-14-4 0,-7-5 0,1-12 0,9-12 0,9-8 0,5-4 0,5-4 0,3 0 0,1-2 0,0 0 0,-1 0 0,-2-3 0,-1-1 0,-5-5 0,-14-2 0,-19 0 0,-17 3 0,-10-1 0,-7-3 0,-3-7 0,36 7 0,0 0 0,-4 0 0,0 0 0,1 2 0,2 2 0,-34-6 0,28 9 0,25 6 0,14 3 0,10 0 0,2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8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0 912 24575,'84'-1'0,"-1"-1"0,-14-1 0,8 0 0,7-2 0,5 0 0,6-2 0,-18 1 0,4-1 0,4 0 0,3-1 0,3 0 0,2-1 0,2 0 0,0-1 0,1 1-820,-10 1 1,1 0 0,1-1 0,2 0 0,1 0-1,1 0 1,1 0 0,0-1 0,1 1 0,1-1 0,0 0-1,-1 0 705,1-1 0,0 1 1,1-1-1,2 0 1,-1 0-1,1 0 0,1-1 1,-1 0-1,0 1 1,0-1-1,0 0 1,-1 1-1,0-1-51,-3 1 0,1-1 0,-1 0 1,1 1-1,-1-1 0,1 0 1,-1 0-1,-1 0 0,0 0 0,-1 1 1,-1-1-1,-2 1 0,0-1 166,13-1 0,0 0 0,-2 0 0,0 0 0,-2 0 0,-1 0 0,-1 0 0,-1 0 0,-1 0 0,-1 1 51,10-3 1,-2 0-1,0 1 1,-2-1-1,-1 1 1,-3-1-1,-3 2 1,-2-1-52,5 0 0,-3 1 0,-3-1 0,-2 2 0,-3-1 0,-4 2-85,16-3 1,-4 1 0,-5 1 0,-3 2 84,4 0 0,-4 2 0,-6 2 1753,10 2 0,-7 2-1753,-10 0 0,-4 1 2621,-7 1 1,-4 0-2622,39 0 3721,-28 0-3721,-26 0 0,-23 0 0,-10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24575,'33'0'0,"20"0"0,15 0 0,7 0 0,10 0 0,14 0-1405,-26 0 1,8 0 0,4 0-1,7 0 1,4 0 0,4 0-1,4 0 1290,-20 0 0,3 0 1,4 0-1,3 0 1,2 0-1,4 0 0,1 0 1,2 0-1,1 0 1,2 0-1,0 0 1,0 0-1,1 0-5,-16 0 0,1 0 0,1 0 1,1 0-1,1 0 0,1 0 1,1 0-1,1 0 0,1 0 1,0 0-1,0 0 0,1 0 1,1 0-1,0 0 0,0 0 1,0 0-1,0 0 0,0 0 120,-7 0 0,0 0 0,1 0 0,1 0 0,0 0 0,1 0 0,1 0 0,-1 0 0,1 0 0,0 0 0,0 0 0,0 0 0,0 0 0,0 0 0,0 0 0,-1 0 0,0 0 0,-1 1 0,0-1 0,-1 0 0,-1 0-47,4 1 1,1-1 0,-1 1 0,1-1-1,0 1 1,-1-1 0,0 1 0,0-1-1,0 1 1,-1-1 0,-1 1 0,-1 0 0,0-1-1,-1 1 1,-2 0 0,0-1 0,-2 1-1,-1 0 1,-2-1 46,18 1 0,-1 0 0,-1 0 0,-2 0 0,-1 0 0,-2 0 0,0 0 0,-3 0 0,-1 0 0,-1 0 0,-3 1 0,-1-1 0,-1 0-113,12 0 1,-1 1-1,-2-1 1,-2 0-1,-3 1 1,-3-1 0,-2 1-1,-4-1 1,-4 1 112,20 0 0,-5 0 0,-6 0 0,-5 0 0,-7-1 844,7-1 0,-9 0 0,-11 0-844,26-2 0,-68 2 0,-20-1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18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1 24575,'-23'0'0,"-23"8"0,-32 16 0,26-3 0,-1 5 0,-4 7 0,2 4 0,1 5 0,3 4 0,2 4 0,6 4 0,5 7 0,6 5 0,4 14 0,7 8 0,9-15 0,3 4 0,2 3-239,1 10 1,3 3-1,2 1 239,2 1 0,1 1 0,2-2 0,1-9 0,1-1 0,1-6 0,3 12 0,0-10 0,8 18 0,-11-52 0,-6-34 0,-1-14 716,2-7-716,0-2 0,0 1 0,-1 0 0,-1 1 0,1 4 0,-1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19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96 24575,'18'0'0,"38"0"0,20-2 0,17-1 0,-9 0 0,8 0 0,2-2-800,-14 1 0,2 0 0,2-1 0,-1 0 800,2 0 0,1-1 0,-2 1 0,-4-1 0,6 0 0,-4 0 0,-6 0 503,8 0 1,-10 0-504,9 0 0,-56 3 0,-23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0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24575,'-13'3'0,"5"13"0,3 71 0,3-18 0,2 13 0,2 8-1262,1-12 1,1 6 0,1 4-1,2 2 1,1 1 1261,0-9 0,1 3 0,1 1 0,2 1 0,-1-1 0,2-1 0,0-1 0,2 0 0,0 0 0,0-1 0,2-2 0,1-4 292,6 19 0,2-3 0,0-6 0,1-8-292,-1-11 0,1-6 0,-2-8 574,-2 2 1,1-19-575,2-36 0,-9-46 0,-3-14 3332,0 4-3332,-3 18 658,-5 17-658,-5-1 0,-1 12 0,-1-3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31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718 380 24575,'4'-11'0,"-1"-3"0,-2-9 0,-1-9 0,0-13 0,-1-13 0,-6-6 0,-6 4 0,-8 18 0,-4 19 0,-4 16 0,-4 7 0,-11 10 0,-22 20 0,22-2 0,-1 6 0,-9 9 0,0 4 0,-1 3 0,2 0 0,7-4 0,4-2 0,-15 23 0,29-24 0,19-17 0,11 0 0,10 15 0,15 17 0,21 20 0,-13-32 0,6-2 0,11 1 0,6-2 0,8-1 0,3-4 0,5-4 0,1-5 0,-4-5 0,-2-4 0,-14-4 0,-4-2 0,24 9 0,-34-7 0,-24 1 0,-10 5 0,-24 12 0,-38 24 0,12-22 0,-5 0 0,-10 2 0,-2-1 0,2-4 0,1-4 0,-29 8 0,27-18 0,29-14 0,17-7 0,10 0 0,2-1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33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228 494 19190,'-1'4'0,"20"-9"2488,26-17-2488,22-22 458,-28 12 1,0-4-459,-3-4 0,-3-3 476,15-38-476,-19 7 1504,-18 19-1504,-10 19 0,-9 16 0,-12 13 0,-14 4 0,-11 3 0,-3 0 0,-1 0 0,4 0 0,-4 5 0,-6 14 0,-6 15 0,-3 15 0,11 3 0,17-9 0,17-8 0,13-4 0,5 8 0,1 20 0,2 21 0,5 9 0,4-4 0,4-18 0,1-24 0,-1-18 0,0-16 0,5-5 0,19-4 0,22-4 0,21-6 0,3-4 0,-17-1 0,-21 2 0,-20 4 0,-13 1 0,-6 1 0,-4-1 0,-1 2 0,3-2 0,5-1 0,7-3 0,5-4 0,1 0 0,-10 7 0,-4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35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58 368 24575,'56'-21'0,"16"-12"0,-23 10 0,1-2 0,-2-3 0,-1-1 0,24-27 0,-26 5 0,-24 11 0,-13 10 0,-7 11 0,-9 11 0,-12 3 0,-13 5 0,-8 5 0,-1 6 0,5 9 0,3 12 0,-7 15 0,-9 21 0,22-25 0,-1 3 0,-1 3 0,2 2 0,2 0 0,3-1 0,-9 41 0,14-18 0,12-20 0,6-15 0,4-14 0,5-9 0,4-7 0,5-7 0,4-1 0,10-6 0,12-5 0,10-4 0,1-2 0,-8 6 0,-12 6 0,-10 1 0,-10 0 0,-7-1 0,-5 1 0,-3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37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24575,'91'0'0,"-10"0"0,11 0 0,-4 0 0,8 0 0,4 0-869,-12 0 0,4 0 1,1 0-1,-1 0 869,-6 0 0,1 0 0,-2 0 0,-3 0 0,15 0 0,-3 0 0,-6 0 543,8 0 1,-11 0-544,13 0 0,-49 0 0,-30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38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24575,'8'0'0,"4"0"0,2 0 0,-4 0 0,-3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59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844 2086 24575,'53'-33'0,"-16"-3"0,0-11 0,12-26 0,-4-14-489,-20 22 0,-2-7 0,-3-3 0,-2-2 489,-1-11 0,-2-2 0,-4-3 0,-4 0-610,-5-6 0,-5-1 0,-4-1 1,-5 4 609,-4 3 0,-4 1 0,-5 4 0,-5 7 0,-14-5 0,-7 7 0,-7 11 293,0 12 1,-6 9 0,-2 12-294,-27 12 0,-1 23 0,7 24 0,5 22 0,26 4 0,5 12 0,5 7-278,11-1 0,4 7 0,4 4 0,2 2 278,0 9 0,4 5 0,3 1 0,3 2 0,3-15 0,2 2 0,2 0 0,1 0 0,3-2 0,3 13 0,3-2 0,2-1 0,2-5 272,2 12 0,4-5 0,2-6-272,9 12 0,8-15 0,4-31 0,7-14 1166,6-19 1,4-13-1167,8-13 0,2-9 0,8-6 0,0-4 0,-1-2 0,-3-1 67,-10 5 1,-4 2-68,23-6 0,-42 14 0,-19 7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00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399 401 24575,'4'47'0,"17"10"0,18 10 0,7-8 0,3-19 0,-4-35 0,0-53 0,-20 4 0,-4-8 0,-2-14 0,-5-3 0,-3-5 0,-4 2 0,-3 12 0,-3 3 0,-9-22 0,-22 38 0,-41 28 0,15 13 0,-4 6 0,-11 2 0,-2 4 0,2 1 0,1 3 0,12 0 0,5 1 0,-20 9 0,36-10 0,22-5 0,12-7 0,3-1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02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19 388 24575,'-8'10'0,"3"1"0,1 15 0,4 15 0,0 8 0,0-3 0,-1-17 0,5-18 0,16-8 0,27-3 0,29-3 0,20-11 0,-46-2 0,-3-8 0,-3-7 0,-5-8 0,-5-8 0,-5-6 0,-8-1 0,-7-2 0,-9 5 0,-7 1 0,-21-31 0,-19 29 0,-11 21 0,-3 19 0,-7 24 0,-6 17 0,11 8 0,16 0 0,22-19 0,14-8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1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2011 1535 24575,'-5'0'0,"1"7"0,-4 19 0,-9 30 0,-6 23 0,5-16 0,-3 10 0,-1 8 0,-2 7 0,0 4-945,3-13 0,0 6 0,-2 4 1,0 4-1,-1 3 0,0 3 0,-1 2 1,1 1-1,0 1 945,3-15 0,0 1 0,0 2 0,-1 2 0,1 2 0,-1 1 0,0 0 0,0 2 0,0 1 0,1 1 0,-1 0 0,0 0 0,1 1-177,2-10 1,0 2 0,-1 0 0,1 2 0,0 0 0,0 1 0,-1 0 0,1 1 0,0 0 0,0 0-1,1 0 1,-1 0 0,1 0 0,0-1 0,0 0 0,0-1 176,0 4 0,0 0 0,0 1 0,0-1 0,1 1 0,-1 0 0,1-1 0,0 0 0,0 0 0,1-1 0,0-1 0,0-1 0,0-1 0,1-1 0,0-1-227,-1 7 1,1 1 0,-1-2-1,1-1 1,1 0 0,-1-2-1,1-1 1,1 0 0,0-3 0,0 0-1,1-2 1,0-1 226,-2 10 0,2-1 0,-1-2 0,1-1 0,1-1 0,0-4 0,1-1 0,1-3 0,0-3-113,0 11 1,0-4-1,1-3 1,2-3 0,0-3-1,2-3 113,-1 16 0,2-5 0,2-4 0,4-4 908,5 8 0,5-5 1,4-6-909,13 15 0,9-11 2103,2-19 1,3-8-2104,-6-10 0,-1-5 5353,14 8-5353,-24-26 2111,-11-26-2111,22-47 0,6-16 0,11-16 0,-13 16 0,5-7 0,2-7 0,2-6-884,-11 17 0,3-4 1,0-3-1,2-4 0,0-3 1,1-2-1,-2-3 884,-6 12 0,1-3 0,0-3 0,0-1 0,1-3 0,-1 0 0,0-2 0,-1-1 0,0 0 0,-1 0-421,-1 1 0,0-2 0,-1 0 0,0-1 0,0-2 0,-1 0 0,0-1 0,-1 0 1,-1-1-1,0-1 0,-2 0 421,-3 9 0,-1 0 0,0-1 0,-1 0 0,0-2 0,-1 1 0,-1-1 0,0-1 0,-1 1 0,0-1 0,-1 0 0,-1 1 0,-1-1-239,-1 0 1,0 0 0,-1-1 0,-1 0 0,-1 0 0,0 0-1,-1-1 1,0 1 0,-1 1 0,-1-1 0,0 2 0,-1 0-1,-1 1 239,1-9 0,-1 1 0,-1 0 0,-1 1 0,0 0 0,-1 1 0,-1 1 0,0 0 0,-1 1 0,0 0 0,-1 1-144,0-1 1,-1 0-1,-1 1 1,0 0 0,0 1-1,-1 1 1,-1 1-1,0 2 1,-1 2 0,-1 2 143,-1-17 0,0 2 0,-2 3 0,0 2 0,-1 2 0,-2 3 0,-1 3 309,-3-9 1,-1 3 0,-2 4-1,-2 3 1,-1 2-310,-3-5 0,-3 3 0,0 3 0,-2 2 922,-5-12 1,-2 4 0,-1 3-923,1 10 0,0 1 0,0 4 2262,-11-20 1,0 6-2263,7 13 0,2 7 2034,8 17 0,3 7-2034,-7-8 1927,16 27-1927,10 9 827,4-10-827,-1-24 0,-1-27 0,-2-9 0,-3 16 0,-6 38 0,-27 98 0,16-13 0,-2 12 0,-2 7 0,-4 7 0,-1 9 0,-2 5 0,-1 4-833,6-15 1,-1 3-1,-1 4 1,0 2 0,-1 1-1,0 2 833,5-15 0,-1 2 0,1 1 0,-1 1 0,-1 1 0,1 2 0,-1 0 0,0 0-570,0-1 0,0 0 0,0 2 0,0 0 0,-1 1 0,0 1 0,0 1 1,1 0-1,-1 0 570,1-4 0,1 1 0,-1 1 0,0 0 0,0 1 0,1 0 0,-1 0 0,0 1 0,1 0 0,0 0 0,2-7 0,1 1 0,-1 0 0,0 1 0,1 0 0,0 0 0,0 0 0,0 0 0,1-1 0,0 0 0,1 0 0,-1 5 0,0 0 0,0 0 0,0-1 0,1 1 0,1-1 0,0 0 0,1-1 0,0-1 0,2-1-246,0 2 0,0 1 0,1-1 1,1-1-1,1-1 0,1-1 0,0-1 1,1-1-1,2-3 246,-1 8 0,1-2 0,1-1 0,1-3 0,2-1 0,0-2 0,1-3-118,1 11 1,0-3-1,3-3 1,0-3 0,1-2 117,0 2 0,1-3 0,1-2 0,3-4 731,4 6 1,3-4 0,4-1-732,4 0 0,5-1 0,4-1 0,3-1 0,4-1 0,2-1 0,3 0 0,3-1 0,0-3 0,-4-4 0,-1-1 0,-2-4 2415,6 9 1,-3-5-2416,19 24 3960,6-19-3960,-19-26 0,5 2 720,14 8 1,5 2-721,3 3 0,1-2 248,-10-5 0,-2-14-248,29-39 0,-51-47 0,-8-34 0,0-12-970,-6 30 1,0-8 0,0-6 0,1-5 0,0-3 0,2-3 0,0-2 969,-4 16 0,1-2 0,1-3 0,0-2 0,1-2 0,0-2 0,0 0 0,1-2 0,0-1 0,0 0 0,0 0-349,-1 4 0,1-2 0,0 0 0,0-2 0,1 0 0,-1-1 0,1-1 0,0 0 0,0 0 0,0 0 0,-1-1 0,1 1 0,-1 0 349,-1 5 0,0 0 0,0-1 0,0 0 0,0-1 0,0 0 0,0 1 0,0-1 0,0 1 0,-1 0 0,0 1 0,-1 0 0,-1 1 0,1 0-253,0-7 0,1 0 0,-1 1 0,-1 0 1,1 0-1,-2 1 0,0 1 0,0 0 0,-1 0 1,-1 1-1,-1 1 0,0 0 253,0-9 0,-1 1 0,0 0 0,-2 2 0,0-1 0,-1 2 0,-1 0 0,-1 0 0,-1 1 0,-1 1-183,-1-4 0,-1 0 0,-1 1 0,-1 1 0,-1 0 0,-1 2 0,-1 0 0,-1 2 0,-1 1 183,-1 1 0,-2 1 0,0 2 0,-2 0 0,-1 2 0,0 1 0,-1 1 0,-1 1 232,-2-14 0,-1 0 1,-1 2-1,-1 3 0,-2 3 1,-1 3-233,-1 2 0,-2 2 0,-2 4 0,0 3 0,-1 6 883,-9-15 0,-1 8 0,0 6-883,-7-6 0,1 10 2110,10 21 0,2 7-2110,-7 1 4688,11 6-4688,-1-11 2446,-6-16-2446,-4-9 605,2 4-605,7 7 0,11 7 0,6 5 0,-4 11 0,-8 14 0,-15 34 0,3 18 0,-2 14 0,-3 9 0,-2 10 0,-2 7-965,-2 5 0,-2 8 1,-1 6-1,-2 5 965,13-25 0,0 4 0,-2 2 0,1 3 0,-1 2 0,0 2 0,0 1-605,1 1 1,0 2 0,0 2-1,-1 2 1,1 1 0,0 1-1,1-1 1,1 1 604,3-9 0,0 0 0,0 1 0,1 1 0,0-1 0,1 1 0,1 0 0,0 0 0,1-1 0,-2 10 0,0 0 0,2 1 0,0-1 0,1 0 0,1-1 0,1-1 0,1-1-300,1 2 0,1-1 0,1-1 1,1 0-1,2-3 0,0 0 1,2-2 299,1 1 0,0-2 0,3-1 0,0-1 0,1-2 0,2 0-196,-1 6 0,2 0 0,1-3 0,2-1 0,1-4 196,3 4 0,1-4 0,2-3 0,1-2 0,3 9 0,1-4 0,3-4 1010,5 16 1,2-7-1011,-2-22 0,-1-3 2201,-5-8 0,-3-1-2201,-1 3 0,-2 2 1638,0 8 1,0 3-1639,2 11 0,1 2 0,1 10 0,1 4 0,-2-24 0,-1 3 0,2 3 173,2 14 1,2 4 0,1 2-174,-2-17 0,2 0 0,0 1 0,1 0 0,0-2 0,2 1 0,1-2 0,0-3-67,5 15 0,2-3 0,-1-7 67,4 9 0,1-14 0,16-10 0,-23-33 0,-8-46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1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11 289 24575,'0'-9'0,"0"-5"0,2-8 0,6-3 0,-2 4 0,-2 7 0,-8 9 0,-7 8 0,2 5 0,3-6 0,7-13 0,13-25-1696,16-29 0,-10 26 0,3-1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09:22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1 24575,'-20'9'0,"-17"32"0,9-2 0,0 6 0,-6 15 0,2 5 0,0 7 0,4 0 0,7-9 0,4-4 0,-3 26 0,18-40 0,13-26 0,8-6 0,4 1 0,0 2 0,-3 1 0,-4 0 0,1 4 0,0 3 0,-3 3 0,-6 3 0,-14 9 0,-19 21 0,-11 20 0,15-34 0,0 1 0,-11 40 0,13-22 0,11-20 0,8-21 0,16-8 0,9 4 0,6 3 0,-3 2 0,-15-10 0,-6-7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3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3968 24575,'43'0'0,"37"0"0,28 0 0,-36 0 0,8 0 0,8 0 0,6 0 0,3 0 0,2 0-1093,-12 0 1,3 0 0,4 0 0,2 0-1,3 1 1,1-1 0,2 0 0,2-1-1,-1 1 968,-11 0 1,1 0 0,1 0 0,2 0 0,2 0 0,0 0 0,1 0 0,0 0-1,0 0 1,0-1 0,-1 0 0,-1 0 41,0 0 0,2-1 0,-1 1 1,1 0-1,0-1 0,-1 0 0,0 0 1,0-1-1,-2 0 0,0 0 0,-2-2 1,-2 0 82,7 0 0,0-1 0,-2-1 0,0 0 0,-2 0 0,0-1 0,-3-2 0,-1 0 0,-2-2 0,-1-1 0,17-4 0,-1-1 0,-3-2 0,-2-1 0,-4-3 0,-4-3 0,-5-4 0,7-8 0,-5-4 0,-6-4 0,-4-3 0,-7-4 290,4-12 1,-8-5 0,-7-3 0,-7-4-291,-12 1 0,-6-3 0,-7-3 0,-5-3 0,-4-8 0,-7-4 0,-5-1 0,-3-1-220,-4 17 0,-3-1 0,-2 0 0,-2 0 0,-2 0 220,-1 0 0,-2 1 0,-1 0 0,-1 0 0,-1 1 0,-4-16 0,-1 1 0,-1 2 0,1 4 883,2 13 0,1 4 1,0 1-1,2 3-883,-1-10 0,3 3 0,2 3 1957,0-18 0,6 5-1957,6 16 0,7 5 795,8 4 1,9 5-796,17 3 0,14 7 0,5 18 0,10 5 0,6 5 43,-4 5 0,5 2 0,4 4 1,2 1-44,-5 2 0,3 3 0,2 2 0,1 0 0,0 0 0,2 1 0,2 0 0,-1 1 0,0 0 0,-1 0 0,13 1 0,-1-1 0,-2 1 0,-4 0-211,-11-1 1,-2 1 0,-3-1 0,-4-1 210,1-3 0,-4-1 0,-5-1 0,8-3 0,-9-3 0,13-10 0,-35-2 0,-24 13 0,-9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4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24575,'67'0'0,"-16"0"0,6 0 0,22 0 0,6 0 0,11 4 0,0 2 0,-8 2 0,-5 5 0,-11 3 0,-6 8 0,-16 4 0,-9 6 0,8 48 0,-45-24 0,-15 5 0,-26 13 0,-16 0 0,7-19 0,-6 0 0,-3-1-217,-9 3 1,-4-2 0,0-2 216,4-7 0,0-2 0,3-3 0,-12 6 0,6-4 0,19-14 0,7-5 0,5-6 0,25-13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0 697 24575,'0'-12'0,"6"-23"0,34-41 0,0 20 0,10-3 0,-5 12 0,5 0 0,4 2-436,8-2 0,5 3 1,4 3 435,10 2 0,5 4 0,5 4-460,-10 10 1,3 3 0,3 3 0,2 3 459,6 3 0,2 3 0,2 4 0,0 4 0,-14 3 0,1 3 0,0 2 0,-1 3 0,-1 1 0,13 6 0,-2 3 0,-1 3 0,-3 2 0,-8 1 0,-3 3 0,-1 2 0,0-1-357,-6-1 0,0 1 0,-1 0 0,2-2 357,3 0 0,0-1 0,3-1 0,4 1 0,-2-2 0,4 0 0,2 1 0,4-1 0,1 1-536,-14-5 0,1-1 0,3 1 1,1 0-1,1 0 0,1-1 0,1 1 536,-5-2 0,2 1 0,0-1 0,2 1 0,0-1 0,0 0 0,0-1 0,-1 0 0,1 0 0,0-1 0,0 0 0,1-1 0,-1 0 0,0-1 0,-2-1 0,-1-1-78,19 3 0,0 0 0,-2-2 0,-2-1 0,-2-3 0,-3-3 78,-1-3 0,-1-3 0,-4-2 0,-3-4 0,-4-3 0,26-7 0,-6-8 0,-12-7 0,5-18 0,-17-12 727,-26-2 0,-11-4-727,-12 10 0,-5 3 1180,16-33-1180,-5 19 4418,-1 16-4418,-2 9 1739,-5 2-1739,-40-21 0,-4 1 0,17 8 0,56 15 0,16 24 0,15 6 0,-8-6 0,5-1 0,4-1-436,10-2 1,3-1 0,0-1 435,-25 4 0,2-1 0,-2 1 0,-2 0 0,14-1 0,-2 0 0,-6 2 0,7 0 0,-10 2 0,13 0 0,-70 7 0,-47 2 0,-29 0 0,0 0 326,12 0 1,23 0-1,13 0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6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24575,'31'0'0,"15"0"0,28 3 0,-27 9 0,1 7 0,10 17 0,-2 9 0,0 12 0,-6 7 0,-4 8 0,-7 2 0,-8-6 0,-6-4 0,-3 26 0,-11-36 0,-9-33 0,-5-27 0,0-10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8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690 1 24575,'-33'2'0,"-21"13"0,-24 20 0,31-10 0,1 3 0,3 2 0,4 2 0,-17 24 0,25-11 0,20-10 0,17 1 0,20 11 0,29 12 0,-12-23 0,3 0 0,8 1 0,1-1 0,3-2 0,1-3 0,-5-6 0,-1-5 0,33-3 0,-19-42 0,-22-40 0,-27 16 0,-4-5 0,-1-6 0,-2-2 0,-3 5 0,-1 2 0,1-37 0,-5 32 0,-3 35 0,0 42 0,6 46 0,-1-14 0,2 5 0,0 10 0,1 1 0,1 1 0,0-2 0,-3-6 0,-1-3 0,1 36 0,-17-17 0,-27-10 0,-32 6 0,23-33 0,-3-2 0,-1-2 0,-2-2 0,2-2 0,-1-5 0,3-6 0,1-4 0,-4-3 0,-1-7 0,-5-11 0,0-7 0,0-7 0,2-7 0,2-4 0,4-3 0,10-1 0,4 1 0,-8-15 0,23 25 0,13 12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19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 24575,'0'27'0,"0"64"0,0-28 0,0 11 0,0 6-1066,0-2 0,0 5 0,0 4 0,0 1 1066,0-9 0,0 2 0,0 1 0,0 0 0,0-1 0,0 20 0,0 0 0,0-1 0,0-5 198,0-15 0,0-1 1,0-5-1,0-3-198,0 1 0,0-4 0,0-7 404,1-1 0,-4-11-404,-12-9 0,-37-44 0,-38-29 1103,35 9 0,-2-2-1103,5 0 0,4 1 0,-7-6 0,31 15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20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24575,'-11'13'0,"-25"39"0,0-7 0,-4 7 0,-14 13 0,-3 4 0,-4 3 0,1-2 0,10-15 0,4-6 0,-10 15 0,47-34 0,47-13 0,45 1 0,-25-7 0,5 1 0,15 4 0,2 1 0,3 2 0,-2 2 0,-2 1 0,-4 2 0,-8-1 0,-5 0 0,22 15 0,-29-12 0,-28-13 0,-9-7 0,-1 0 0,4 0 0,1 1 0,-8-2 0,-5-3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0:58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133 157 24575,'0'-13'0,"4"-9"0,3-11 0,0-1 0,-1 8 0,-11 8 0,-16 11 0,-10 3 0,-7 4 0,7 0 0,12 2 0,10 5 0,6 14 0,9 17 0,14 11 0,22 5 0,23-11 0,14-17 0,1-17 0,-10-18 0,-18-6 0,-22-3 0,-23 3 0,-21 6 0,-18 4 0,-9 4 0,5 0 0,10 1 0,5 0 0,-8 0 0,-13 0 0,-7-4 0,4-1 0,15 0 0,23 1 0,20 4 0,12-5 0,1 0 0,-13 1 0,-5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31.1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931 2876 24575,'-83'-32'0,"25"7"0,-5-5 0,-19-10 0,-5-5 0,27 13 0,0-1 0,2 0 0,-14-9 0,6 0 0,16 11 0,7-4 0,11-9 0,8-8 0,3-25 0,6-11 0,4 10 0,2-6 0,0-4-509,2 11 0,1-3 0,0-1 0,2-1 509,2 0 0,0 0 0,3 0 0,5 0 0,6 0 0,4-1 0,5 2 0,6 2 0,6 0 0,7 3 0,5 2 0,5 2-399,10 1 1,7 2 0,5 3-1,3 5 399,-10 14 0,4 2 0,2 2 0,1 4 0,0 4 0,15-4 0,2 6 0,1 3 0,-2 4-257,-6 4 0,-1 2 0,0 5 1,-2 7 256,17 7 0,-1 8 0,-4 12 0,1 15 0,-4 13 0,-3 8 0,-18-3 0,-3 5 0,-2 6 0,-2 4-357,-9-5 0,-2 4 0,0 3 0,-3 2 0,-2-1 357,8 16 0,-4 2 0,-2-1 0,-5 0 0,-6-8 0,-3-1 0,-3-1 0,-4 0 153,2 18 1,-5-2 0,-6-1-154,-7-11 0,-5-2 0,-5 1 0,-4-1 0,-4 0 0,-6-1 0,-6-1 0,-5-2 0,-4-3 0,-3-5 0,-4-3 0,-3-3 896,-22 20 0,-2-9-896,5-15 0,0-9 529,12-15 0,2-7-529,-25 2 2205,23-17-2205,14-9 926,9-2-926,6 0 0,5 0 0,4-1 0,4-2 0,2-1 0,2 1 0,-1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44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24575,'4'11'0,"-2"59"0,-2-1 0,1 19 0,-1 12-1405,1-25 1,0 7 0,0 6-1,0 5 1,1 5 0,0 3-1,2 2 1280,-1-20 1,1 3 0,0 3 0,1 2 0,0 2 0,0 3 0,1 1 0,0 1-1,0 1 1,0 1 0,1-1 0,-1 1-20,0-10 0,0 1 1,0 1-1,0 0 0,1 2 1,-1 0-1,1 1 1,0 1-1,0 0 0,0-1 1,0 2-1,0-1 0,0 0 1,1-1-1,-1 0 144,0 2 0,1 1 0,0 0 0,0 1 0,-1-1 0,1 1 0,1 0 0,-1-1 0,0 1 0,0-1 0,0-1 0,0 0 0,0-1 0,0-1 0,0-1 0,1 6 0,0-1 0,0 0 0,0 0 0,0 0 0,0-1 0,-1-2 0,1 0 0,0-1 0,-1-2 0,0-2 0,-1-1 0,0-2 0,1 15 0,0-2 0,-1-1 0,0-3 0,-1-2 0,1-1 0,-2-3 0,1-1 0,-1-2 195,2 20 0,-2-3 0,1-2 0,-1-4 0,-1-5 0,0-4-195,0 8 0,0-5 0,-1-7 0,-1-7 0,0 20 0,-1-14 0,-1-29 0,0-9 4049,0-11-4049,-10-111 0,0-5 0,-4-22 0,0-10 204,3 29 1,0-5 0,-1-6-1,0-3 1,0-4 0,0 0-205,1 9 0,0-4 0,-1-1 0,1-3 0,-1-1 0,1-1 0,0 1 0,0 0 0,1 8 0,0-1 0,0 0 0,0-1 0,1 0 0,-1 1 0,1 0 0,1 1 0,0 2 0,0-2 0,0-1 0,1 1 0,0 1 0,1 1 0,0 3 0,0 1 0,1 3 61,0-8 1,0 2-1,1 2 1,0 4 0,1 3-1,0 4-61,1-6 0,0 5 0,1 5 0,1 7 0,-2-16 0,4 15 0,11 9 0,49 19 0,-8 14 0,11-2 0,11-4-612,-9 3 1,7-3 0,6-2 0,4-2 0,3 0 0,0-2 611,-5 3 0,3-1 0,2-2 0,2 0 0,2-1 0,1-1 0,2-1 0,0 0-50,-14 5 0,1 0 0,2 0 0,1-2 0,1 0 0,0 0 0,1 0 0,0-1 0,0 0 0,-1 0 0,0 1 50,3-2 0,0-1 0,2 0 0,1-1 0,-1 0 0,0 1 0,-2 0 0,-2 0 0,-2 2 0,-4 2 0,-4 1 0,22-10 0,-4 2 0,-5 2 0,-4 2 0,-1 0 0,-2 0 0,-4 2 0,0-1 0,0 1 0,0-1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07.8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499 1080 24575,'0'6'0,"0"72"0,0-16 0,0 13 0,0 8-1557,0-7 1,0 5 0,0 7-1,0 3 1,0 3 1556,0-8 0,0 4 0,0 3 0,0 2 0,0 2 0,0 0 0,0-1 0,0-8 0,0 2 0,0 1 0,0 0 0,0 0 0,0-1 0,0 0 0,0-1 0,0 8 0,0 0 0,0 0 0,0-2 0,0 0 0,0-3 0,0-2 0,0 0 0,0 0 0,0-3 0,0-2 0,0-4 0,0-4 400,0 9 0,0-6 1,0-4-1,0-5-400,0 30 0,0-13 1344,0 4-1344,0-74 0,11-79 0,6-20 0,4-21 0,-6 21 0,3-8 0,-1-7 0,1-2 89,-3 17 0,-1-2 1,1-4-1,-1-1 1,1 0-1,-1-1-89,1-5 0,1-2 0,-1 0 0,0-1 0,-1 1 0,1 1 0,-2 3 0,0 0 0,-1 0 0,1 1 0,-1 3 0,0 3-103,0-1 0,-1 2 1,1 2-1,-1 4 0,0 3 103,5-21 0,0 5 0,-1 10 0,4-4 0,-14 30 0,-20 53 0,-9 40 0,-3 23 0,-12 23 0,-1 7 0,11-22 0,0 2 0,2-1 0,3-3 0,2-1 0,1 0 0,-3 30 0,4 0 0,6-1 0,5 2 0,5-29 0,3 2 0,1 0 0,1 1 0,3 0 0,1-1 0,2 27 0,3-4 1785,0-16 0,1-7-1785,5 18 1245,-6-57-1245,-1-73 0,-1-41 0,2 2 0,2-15 0,0-12 0,1-3-818,-3 24 1,1-5-1,0-3 1,0-4-1,0-1 1,1-1-1,-1 0 818,-1 15 0,0-2 0,0 0 0,1-2 0,-1 0 0,1 0 0,-1 0 0,0 0 0,1 2 0,0-10 0,0 1 0,0-1 0,0 0 0,0 2 0,0 1 0,-1 2 0,0 4-260,2-12 1,-2 2 0,1 3-1,-1 3 1,0 3 0,-1 6 259,1-9 0,0 6 0,-1 5 0,-1 7 0,4-39 0,-3 37 0,-5 66 0,-15 78 0,-12 58 0,11-50 0,-3 9 0,0 6 0,-1 4 0,1 2-476,1-9 0,-1 3 0,1 4 0,-1 1 0,0 2 0,0 0 0,1 1 476,0-7 0,0 1 0,1 1 0,-1 1 0,0 1 0,1-2 0,0 0 0,1-1 0,-2 7 0,2 1 0,-1-1 0,1-1 0,0-2 0,1-2 0,0-2 429,1-3 1,1-2-1,0-1 1,0-4-1,1-2 1,0-5-430,-1 11 0,1-5 0,-1-5 0,2-6 733,-4 26 1,1-18-734,3-15 0,5-140 0,6 8 0,3-14 0,0-7-439,0 1 1,1-6 0,0-4 0,0-1 438,0 11 0,0-3 0,0-1 0,0 1 0,1 1 0,-1 4 0,1 0 0,0 2 0,0 2 0,-2 3 959,0-1 0,0 3 0,-2 3 0,1 6-959,2-31 0,-2 14 1607,-2-6-1607,-27 158 0,-9 52 0,16-50 0,0 4 0,1 6 0,-2 10 0,3-12 0,-1 9 0,-1 5 0,0 5 0,-1 2 0,2-1 0,0-3 0,1-5-658,-1 12 1,1-4 0,1-1 0,0-1-1,1 1 1,0 0 657,0 6 0,0 3 0,1 1 0,0-3 0,1-7 0,2-10 0,-1 15 0,3-12 0,1-13 1970,-1 22-1970,3-139 0,7-15 0,3-19 0,1-7 0,0-7 0,2-7 0,0-6 0,1-2-416,-3 21 0,1-2 0,-1-3 1,1 0-1,0-1 0,0 2 416,0-1 0,0-1 0,1 1 0,-1 0 0,-1 1 0,0 4 0,0-4 0,-1 1 0,0 2 0,-1 4 0,-1 4 0,2-20 0,-2 7 0,-2 12 0,4 5 0,-10 28 3793,-10 41-3793,-14 66 0,-3 42 0,5-23 0,-2 10 0,-2 6 0,0 4-458,6-20 0,-1 4 0,0 3 0,0 1 0,0 1 0,1-1 458,-1 6 0,1 2 0,-1 0 0,2 0 0,0-1 0,2-2 0,2-8 0,1 0 0,1-2 0,1-1 0,2-3 0,0-3 744,0 13 0,2-4 0,1-5 0,2-8-744,-5 33 0,14-42 0,17-72 0,2-39 0,0-32 0,0-6 0,1 0 0,2-8 0,-1-4 0,1-2-457,-3 10 1,0-3 0,0-1-1,0 0 1,-1 0 456,-1 2 0,-1-1 0,0 1 0,-2 2 0,-1 3 0,0-4 0,-2 3 0,-2 3 0,0 6 961,-2-3 0,-1 5 0,-1 9-961,-2-2 0,-2 24 0,-2 40 0,0 38 0,0 34 0,-1 11 0,0 19 0,-1 8 0,0-5 0,-2-8 0,0-2 0,0 2 0,-1 7-399,1-13 1,1 7 0,-1 3 0,1 0 0,-1-3 0,-1-5 398,-1 13 0,0-4 0,-1-4 0,2-1 0,0-7 0,0-1 0,1-2 0,1-4 786,0 8 0,1-5 0,0-5-786,0 15 0,1-29 0,1-53 0,1-35 0,1-42 0,1-29 0,0-15 0,1-1 0,-1 12 0,1 17 0,-1-1 0,0 0 0,1-2 0,0-3 0,0-2 0,0-4-478,-1 8 0,1-4 1,-1-4-1,1-3 0,0 0 1,0-2-1,0 2 0,0 1 1,0 3-1,0 3 478,0-4 0,1 1 0,0 1 0,-1 2 0,1 2 0,-1 1 0,1 2 0,-1 2 0,1-11 0,-1 1 0,1 3 0,-1 3 0,1 3 0,-2 5 503,2-11 0,-1 4 0,0 8 1,-1 10-504,2-14 0,-6 39 0,-13 77 0,-4 32 0,2 7 0,-2 17 0,0 8 0,-1 3-474,4-19 1,0 3 0,0 4 0,-1 1-1,1 0 1,0 0 473,0 4 0,-1 2 0,1 0 0,0 0 0,1-1 0,0-2 0,1 9 0,1 0 0,0-2 0,2-3 0,1-5-52,1-3 0,1-4 0,1-4 0,1-7 52,-2 26 0,2-16 4395,0-3-4395,23-152 0,-3 2 0,3-18 0,1-6-472,-5 19 0,1-5 0,1-3 0,0-2 1,-1-1 471,0 6 0,0-3 0,0 0 0,0-1 0,0 0 0,-2 2 0,3-13 0,-1 1 0,-1 0 0,0 3 0,-1 4 0,0-1 0,-2 2 0,0 6 0,-1 5 1633,3-28 1,-1 20-1634,0 27 301,-8 114-301,-7 3 0,-4 8 0,-2 16 0,-4 3 0,-4 9 0,-3 0 0,-3-4 0,-1-1 0,4-10 0,1-5 0,4-14 0,2-5 0,-1 22 2963,9-4-2963,6-16 0,2 7 0,3-1 0,3 5 0,0 2-848,1 12 0,2 4 0,-1-7 0,3 11 0,-1-8 0,-2-21 0,0-1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26.8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24575,'53'0'0,"-5"0"0,5 0 0,18 0 0,4 0 0,8 0 0,0 0 0,-7 0 0,-5 0 0,-16 0 0,-4 0 0,18 0 0,-37 0 0,-20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33.6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587 197 24575,'-22'67'0,"0"0"0,3-3 0,-1 5 0,-2 9 0,2-3 0,-2 6 0,0 6 0,0 5 0,0 5-1229,4-12 0,1 5 0,0 3 0,-1 4 1,2 2-1,-1 3 0,1 1 0,1 0 1093,3-14 1,0 1-1,1 1 1,-1 3-1,1 0 1,1 2 0,0 0-1,0 1 1,0 0-1,1 1 1,0 0-45,0-2 0,1 1 1,-1 1-1,1 1 1,1 1-1,-1-1 1,1 1-1,1 0 1,-1-1-1,1 0 1,1-2-1,0 0 180,0 1 0,0 1 0,2 0 0,-1-1 0,1-1 0,0 0 0,0-1 0,1-1 0,0-2 0,0-1 0,0-2 65,1 15 0,0-2 1,0-1-1,1-2 1,0-2-1,1-3 0,-1-2 1,0-3-66,-1 4 0,1-2 0,0-4 0,1-2 0,-1-6 0,0-3 0,0 28 0,0-9 0,0-11 0,-1-4 0,2-19 3728,-1-32-3728,4-79 0,1-19 0,2-17 0,-1 17 0,1-7 0,1-6 0,1-4 314,-1 9 0,0-4 0,1-4 0,0-3 0,1-1 0,-1-2-314,1-2 0,0-3 0,1-3 0,0-1 0,0-1 0,0 0 0,0 1 0,-1 9 0,0-1 0,0 0 0,0-1 0,0 1 0,0 0 0,-1 0 0,0 1 0,2-11 0,-1 1 0,-1-1 0,1 2 0,-1 0 0,0 3 0,-1 1 0,1-1 0,-1 2 0,0 1 0,-1 3 0,0 2 0,-1 3 345,0-18 1,0 5-1,-1 4 1,0 4-346,-1-6 0,0 5 0,0 9 0,-1 2 0,0 11 0,3-13 0,-1 51 0,0 21 4079,-2-7-4079,2-23 1880,2-34-1880,-1 25 0,-1-2 0,2-1 0,0 1 0,8-33 0,-4 29 0,-2 17 0,-3 0 0,-1-4 0,-1-1 0,-1 12 0,-1 32 0,-2 70 0,-4-13 0,-3 11 0,0 6 0,-2-2 0,0 4 0,-1 4 0,-1 1-473,0 10 0,-2 2 1,0 0-1,0 0 473,0-1 0,-1 0 0,0-2 0,1-1 0,2-9 0,1-2 0,1-1 0,1-1-259,-1 17 0,2-2 1,2-1 258,0-7 0,1-2 0,1-1 0,1-7 0,0-2 0,1-2 0,1 19 0,0-7 0,0-17 0,0-5 0,0 22 0,2-42 1812,6-48-1812,7-31 0,1-21 0,2-8 0,0-12 0,0-6-543,-1 0 0,1-7 0,-1-4 1,0-3 542,-5 21 0,0-3 0,0-2 0,0-1 0,-1 0 0,0-1 0,-1-1 0,0-2 0,-1 0 0,0 0 0,-1 1 0,0 2 0,0-9 0,0 0 0,-1 2 0,-1 3 0,0 2 0,0-6 0,-1 2 0,0 5 0,-2 5 0,1 3 0,-2 6 0,0 7 0,-2 4 0,0 9 0,1-6 0,2 38 0,1 19 0,0 17 3026,-2 34-3026,-1 8 0,-2 12 0,-2 3 0,-1 9 0,-2 4-420,-1-5 0,-1 4 1,-1 3-1,0 1 420,0-6 0,-2 2 0,1 1 0,-1 1 0,0-2 0,0-1 0,-1 1 0,1-1 0,-1-2 0,2-1 0,-2 11 0,0-2 0,2-3 0,0-2 0,0 8 0,1-4 0,2-8 0,1 1 0,2-11 0,-1 15 0,4-61 0,1-44 0,0-31 0,0-17 0,0-2 0,2-9 0,0-5-498,0 2 1,1-4 0,1-4 0,0 0 497,0 11 0,0-2 0,1-1 0,0 1 0,0 1 0,2-15 0,0 1 0,1 2 0,0 2 358,2-14 0,0 3 1,0 8-359,2-12 0,-1 11 0,-3 29 0,-1 10 0,0 0 0,-3 32 0,-2 18 2116,1 15-2116,-2 31 238,0 9 1,-2 12-239,1 5 0,0 7 0,0 7 0,0 0 0,0 5 0,1 4 0,0 2-547,0-8 0,1 2 0,0 2 0,1 1 0,1 0 547,0 1 0,1 2 0,1 0 0,0-1 0,1-2 0,-1-6 0,1-1 0,1-1 0,0-2 0,0-3-101,2 4 1,0-3 0,0-3 0,1-4 100,0 3 0,0-5 0,0-7 0,-1 2 0,-1-12 0,2-4 0,-6-74 0,-4-21 0,-3-17 0,-1-9 0,-2-12 0,-1-6-413,1 19 0,0-4 1,0-4-1,-1-2 1,0-3 412,0-1 0,0-4 0,0-2 0,0-2 0,-1-1 0,1 0 0,1 8 0,0-2 0,0 0 0,-1-1 0,2 1 0,-1 0 0,1 1 0,0-11 0,0 1 0,1 0 0,0 2 0,0 0 0,1 3 0,0-7 0,0 0 0,0 3 0,1 3 0,0 6-89,1 3 1,0 4 0,0 5 0,0 5 88,0-31 0,0 14 0,0-7 0,0 66 0,0 29 0,0 6 4627,0-17-4627,0-31 925,0-31-925,0 24 0,0-1 0,1-2 0,0 1 0,5-37 0,4 21 0,1 25 0,2 17 0,-3 13 0,-1 6 0,-1 1 0,-5 8 0,-22 51 0,2-6 0,-2 10 0,-1 8 0,-1 9 0,-1 5-669,4-4 0,1 3 0,0 5 1,1 3 668,2 0 0,1 4 0,1 3 0,1 1 0,1 0 0,0 4 0,2 2 0,0 0 0,1 0 0,0-2 0,2-4 0,0 0 0,1-2 0,1-1 0,0-4 0,1 8 0,0-2 0,1-4 0,1-7 0,0-6 0,0-6 0,0-6 0,0 6 0,0-10 0,0 6 0,0-36 0,-2-17 0,0-9 2675,1-8-2675,-1-16 0,2-47 0,-2 3 0,0-10 0,-1 4 0,0-7 0,0-3-452,0 7 0,0-3 1,0-2-1,0-1 452,0-6 0,-1-2 0,1 0 0,1-1 0,-1-1 0,1-2 0,0 1 0,2 1 0,2 0 0,0 0 0,2 2 0,1 0 0,2 5 0,1 2 0,0 0 0,2 2-208,5-18 1,1 3 0,1 2 207,-1 12 0,2 2 0,-1 5 0,4-13 0,-2 7 0,-6 22 0,-1 7 0,0-4 0,-7 49 1746,-13 77-1746,-1-17 0,-4 11 0,-1 7 0,-2 12 0,-1 9 0,-2 6 0,-1 3-674,4-16 1,-1 3-1,-1 3 1,0 2-1,0 2 1,0 0 673,2-5 0,-1 1 0,-1 2 0,1 1 0,0 0 0,1 0 0,0-1 0,1-3 0,0 0 0,1 1 0,0-2 0,0 0 0,1-1 0,1-3-192,0 2 0,0 0 0,1-2 0,0-2 0,2-2 0,0-4 192,-1 18 0,1-4 0,2-6 0,1-5 0,2-7 0,1-6 0,1-6 0,0 1 0,2-12 0,0-10 0,0-58 0,0-69 0,0 6 0,0-12 0,0 8 0,0-6 0,0-5 594,0 12 0,-1-4 1,1-2-1,1-2-594,1-8 0,1-3 0,1-1 0,2-1 0,0 17 0,1-1 0,1-1 0,0 1 0,2 2 0,3-16 0,1 2 0,1 1 0,2 2 0,-1 8 0,2 1 0,0 2 0,1 4 0,2-9 0,0 4 0,-1 5 669,4-10 1,-2 9-670,-4 18 0,-1 6 0,7-8 0,-6 24 0,-4 10 0,-2-1 2160,-1-5-2160,-1 4 0,-3 17 0,-15 54 0,-13 34 0,-6 23 0,10-29 0,-2 8 0,1 6 0,-1 4 0,1 4-833,2-6 0,0 5 0,0 3 0,0 4 0,1 1 1,1 2-1,0 0 833,2-10 0,1 1 0,0 2 0,1 1 0,0 1 0,0 1 0,1 0 0,1 0 0,0-1 0,1 2 0,0 2 0,1 0 0,0 0 0,1 0 0,1 0 0,-1-2 0,2 0 0,0-3 0,0 1 0,1-1 0,0 0 0,1-2 0,0-1 0,1-2 0,-1-1 0,2-4-232,-1 26 0,2-2 0,0-5 0,0-4 0,1-6 232,0-7 0,1-4 0,0-5 0,1-8 0,3 17 0,2-13 0,7 10 0,-7-60 0,-6-55 0,-2-27 0,0-19 0,0 14 0,0-8 0,1-6 0,1-4 244,0 9 1,0-5 0,0-3-1,1-3 1,0-2 0,0-1-245,0 2 0,1-3 0,-1-2 0,1-1 0,1-1 0,-1 1 0,0 1 0,1 1 0,-1 0 0,1-1 0,0 1 0,0 0 0,0 2 0,0 2 0,0-6 0,1 0 0,-1 2 0,1 1 0,-1 4 0,0 3 246,2-17 0,0 5 0,0 4 1,0 8-247,-1 3 0,0 8 0,-1 7 0,0-5 0,0 22 0,-1 41 0,-5 101 0,-1-3 0,0 15 0,0-11 0,-1 6 0,2 4 289,0-14 0,0 2 1,1 2-1,0-1-289,1 4 0,0 1 0,1-1 0,1-1 0,0-5 0,0-1 0,1-2 0,1-2-95,2 14 1,0-4-1,1-4 95,-1-17 0,-1-3 0,0-4 0,3 14 0,-2-5 0,-1-18 0,-1-6 0,4 19 0,-1-29 2951,1-33-2951,7-62 0,0-27 0,1-22 0,-4 18 0,0-9 0,1-8 0,-1-4-568,-5 26 0,1-4 0,-1-3 0,1-2 0,-1-2 1,0 0-1,0 0 568,1-6 0,-1-3 0,1 0 0,-1-1 0,0 0 0,0 1 0,-1 2 0,-1 4 0,1 0 0,-1 1 0,-1 0 0,0 2 0,0 1 0,-1 3-284,1-18 0,-1 2 0,-1 2 0,0 5 1,0 5 283,-1 6 0,0 4 0,-1 5 0,-1 4 0,1-34 0,-2 13 0,-1 27 0,0 11 0,0 10 0,0 57 0,0 34 0,0 18 0,0 3 0,0 9 0,0 4 486,0-2 1,0 5 0,0 3 0,0 2-487,0-4 0,0 4 0,0 2 0,0-1 0,0 0 0,0-2 0,0 0 0,0-1 0,0 0 0,0 0 0,0-3 0,0 0 0,0-1 0,0-2 0,0-2 0,0 6 0,0-2 0,0-3 0,0-4 537,0 7 0,0-4 1,0-8-538,0-3 0,0-8 0,0 15 0,-1-75 0,-7-36 0,-4-62 0,2 20 0,0-10 0,3 14 0,-1-5 0,1-2 297,0-13 1,1-4 0,-1-2-298,3 18 0,0-2 0,0-1 0,0-1 0,0-7 0,1-1 0,-1-1 0,0 1 0,0 3 0,0-1 0,0 2 0,-1 1 0,1 8 0,1 1 0,-2 2 0,1 3 0,-1-7 0,-1 5 0,1 5 0,0-3 0,1 10 0,0-8 0,1 89 0,3 38 0,0 22 0,0 7 0,0 11 0,0 8-621,0-24 1,0 5 0,0 2 0,0 3 0,0 1 620,0-6 0,0 2 0,0 1 0,0 2 0,0-1 0,0 1 0,0 5 0,0 0 0,0 1 0,0 0 0,0-1 0,0-2 0,1 10 0,-1 0 0,0-2 0,0-2 0,-1-3 0,1 8 0,0-2 0,-1-5 0,1-4 460,-1 4 1,0-6 0,-1-10-461,1-5 0,-1-13 0,0 4 0,1-60 0,1-61 0,0-19 0,0-18 0,0 19 0,0-7 0,0-6 0,1-2 30,1 3 1,0-4 0,0-3 0,1-1-1,0-1-30,1 9 0,1-1 0,-1-1 0,2-1 0,-1 2 0,1 0 0,1-11 0,1 0 0,0 1 0,0 3 0,1 3-204,1-5 1,1 4-1,0 3 1,0 5 203,1-4 0,0 4 0,-1 9 0,0 1 0,-1 11 0,2-4 0,-5 41 0,-4 19 0,-1 4 0,-1 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08.0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 24575,'25'-4'0,"37"2"0,24 2 0,-12-1 0,10 1 0,6-1 0,3 1-1396,0 0 0,4 0 0,4 0 1,2 0-1,1 0 1396,-7 0 0,2 0 0,2 0 0,1 0 0,-2 0 0,-1 0 0,-4 0 0,-1 0 0,-1 0 0,-1 0 0,-1 0 0,-1 0-78,6 0 1,-2 0 0,-1 0 0,-1 0-1,-1 0 78,-6 0 0,-1 0 0,-1 0 0,-1 1 0,-1 0 0,12 3 0,-2 1 0,-1 1 0,-1 2 167,-5 1 1,-1 2 0,-2 1-1,-2 2-167,16 6 0,-4 2 0,-4 2 0,-16 0 0,-3 1 0,-7-2 0,-6-1 0,-7-3 0,7 6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06.6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24575,'38'0'0,"23"0"0,18 0 0,-9 0 0,9 0 0,7 0 0,0 0-1000,-7 0 0,3 0 1,2 0-1,1 0 0,1 0 1000,7 0 0,3 0 0,1 0 0,-1 0 0,-3 0 0,-8 0 0,0 0 0,-2 0 0,-3 0 0,-5 0 504,20 0 1,-7 0 0,-5 0-505,18 0 0,-13 0 811,-1 0-811,-50 2 0,-23-2 0,-9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09.5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456 64 24575,'-6'-7'0,"-13"-5"0,-23-5 0,-16 2 0,-10 6 0,6 6 0,14 4 0,13 12 0,7 34 0,2 43 0,12-30 0,2 4 0,0 8 0,3 1 0,2-5 0,2-1 0,2-10 0,1-4 0,9 28 0,21-31 0,35-14 0,-17-19 0,3-1 0,7 1 0,2-1 0,-1 0 0,-2 0 0,34 9 0,-24-6 0,-26-2 0,-22-2 0,-17 0 0,-30 8 0,-22 4 0,-20 5 0,-6 0 0,16-9 0,14-10 0,15-8 0,14-5 0,5 0 0,9 0 0,2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13.7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123 6 24575,'0'-6'0,"0"7"0,0 17 0,0 24 0,-7 22 0,-8 12 0,-9-5 0,-3-14 0,6-16 0,6-15 0,8-10 0,2-6 0,4-14 0,4-17 0,6-19 0,4-20 0,2-9 0,-1-6-1696,-4 7 0,-4 29 0,-1 14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14.9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155 320 24575,'4'4'0,"6"-2"0,16-4 0,11-8 0,7-13 0,1-15 0,-15-8 0,-11-5 0,-11 3 0,-7 8 0,-4 9 0,-5 11 0,-7 10 0,-9 5 0,-6 3 0,-5 7 0,-4 7 0,-1 10 0,1 8 0,0 10 0,3 7 0,4 5 0,9 1 0,12-6 0,7-4 0,4-3 0,4 0 0,10 4 0,20 1 0,6-2 0,7-2 0,-4-5 0,1-8 0,-8-23 0,0-5 0,14-26 0,-11 2 0,11-23 0,-22 14 0,-8-3 0,-10 19 0,-5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16.7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24575,'95'0'0,"4"0"0,-20 0 0,3 0 0,-17 0 0,-4 0 0,30 0 0,-39 0 0,-34 0 0,-21 2 0,-9 3 0,-3 1 0,1 2 0,6-4 0,4-2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18.1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377 247 24575,'-2'4'0,"2"-2"0,4-4 0,3-8 0,-1-13 0,0-13 0,-4-7 0,-1-2 0,-1 8 0,0 9 0,-4 11 0,-3 9 0,-4 5 0,-4 3 0,-4 0 0,-5 0 0,-9 0 0,-8 0 0,-5 0 0,1 0 0,9 0 0,9 0 0,9 0 0,5 3 0,2 13 0,-1 20 0,-2 20 0,2 17 0,3 4 0,6-6 0,5-7 0,12-3 0,20-2 0,6-19 0,6-1 0,26 12 0,-24-21 0,-1-4 0,6-5 0,-6-10 0,-3-5 0,0-6 0,-1-10 0,-2-7 0,-8-6 0,-11 1 0,-11 11 0,-5 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19.5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386 0 24575,'0'6'0,"-5"4"0,-8 7 0,-4 4 0,-5 1 0,-2-2 0,-2 0 0,-3 0 0,2-2 0,4-1 0,3-6 0,8-3 0,4 0 0,0-3 0,1 1 0,-4 0 0,-3-1 0,1-1 0,-1-1 0,2 1 0,0-1 0,1-1 0,1 0 0,0-2 0,1 1 0,2 3 0,-1 3 0,2 1 0,2-3 0,1-2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20.5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19 24575,'90'0'0,"-17"0"0,8 0 0,-9 0 0,4 0 0,2 0 0,6 0 0,2 0 0,-4 0 0,-9 0 0,-2 0 0,-5 0 0,14 0 0,-9 0 0,18 0 0,-40 0 0,-14 0 0,-18 0 0,2-3 0,-12-1 0,-2-2 0,-2 2 0,0 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35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24575,'34'0'0,"36"0"0,-19 0 0,5 0 0,20 0 0,7 0 0,12 0 0,5 0 0,-24 0 0,3 0 0,0 0 0,5 0 0,1 0 0,-1 0 0,-6 1 0,-2 0 0,-2 0 0,21 2 0,-7 1 0,-23 0 0,-8 1 0,16 3 0,-36-3 0,-24-4 0,-7-1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36.0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 24575,'86'0'0,"-22"0"0,10 0 0,6 0 0,-1 0 0,6 0 0,3 0 0,3 0-702,-8 0 0,3 0 0,1 0 1,1 0-1,-1 0 702,0 0 0,0 0 0,0 0 0,-1 0 0,-2 0 0,12 0 0,-1 0 0,-2 0 0,-3 0 0,15 0 0,-5 0 0,-6 0 365,-20 0 1,-5 0 0,-6 0-366,-1 0 0,-10 0 575,-10-1-575,-29-2 0,-9 1 0,-4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24.3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551 121 24575,'-1'-7'0,"-8"-5"0,-13-12 0,-10-7 0,-3 2 0,1 11 0,-11 39 0,12 14 0,-1 10 0,-9 15 0,-1 5 0,-3 9 0,3 1 0,6-8 0,4-4 0,-9 21 0,30-35 0,66-26 0,9-13 0,12-3 0,21 3 0,6 1-224,-25-2 1,3 1-1,-1 3 224,-2 2 0,-1 3 0,-4 5 0,-5 5 0,-3 5 0,-4 4 0,-1 5 0,-4 5 0,-4 3 0,-6 2 0,-4 3 0,-5 0 0,5 23 0,-7-3 0,-12-17 0,-5-5 0,-2 14 0,-16-38 0,-34-20 0,-20-12 0,-14-5 0,7 0 0,-6-2 0,-3 0 0,-14-3 0,-4-1 0,0 0 0,2-1 0,-1-1 0,6 1 0,-11-2 0,8 2 335,27 4 1,9 1-336,9 0 0,33 4 0,8 4 0,3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25.5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232 0 24575,'-6'0'0,"-9"0"0,-14 0 0,-7 0 0,1 0 0,5 4 0,6 10 0,3 9 0,2 6 0,8 0 0,6 2 0,12 12 0,30 25 0,-5-23 0,6 1 0,10 4 0,5-1 0,5-3 0,2-3 0,-4-8 0,-1-4 0,-7-7 0,-1-4 0,24 7 0,-25-10 0,-20-6 0,-19 4 0,-32 16 0,-34 20 0,12-13 0,-4 1 0,-9 3 0,-2 0 0,4-4 0,1-3 0,7-4 0,2-5 0,-16 7 0,28-13 0,19-12 0,12-4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26.5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24575,'0'76'0,"0"3"0,0 14 0,0-9 0,0 7 0,0 4-824,1-12 1,-1 4 0,1 2 0,1-2 823,2-1 0,0 1 0,1-2 0,1-4 0,4 10 0,2-3 0,1-7 517,7 14 0,3-12-517,16 8 540,-15-44-540,-12-14 0,-7 31 0,-3 10 0,-1 15 0,0 1 0,-2 10 0,1 5-278,0-27 1,0 2-1,0 4 1,0 1 0,0 1 277,0-5 0,0 3 0,0 1 0,0 1 0,0-1 0,0-1 0,0 12 0,0 0 0,0 0 0,0-2 0,1-3-262,0 10 1,0-1 0,1-4-1,0-5 262,2 7 0,0-5 0,1-10 0,1-7 0,1-12 0,4 3 0,-7-46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29.2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209 692 24575,'0'28'0,"0"37"0,0-17 0,1 5 0,1 9 0,1 4 0,5 8 0,2-5 0,3 11 0,11-15 0,0-58 0,16-9 0,19 1 0,25-2 0,-31 2 0,2 2 0,6 5 0,0 3 0,4 3 0,-2 5 0,-6 1 0,-5 3 0,26 20 0,-32 2 0,-54 15 0,-21-15 0,-12 1 0,-21 14 0,-9 0 0,12-16 0,-4-1 0,-1-3 0,0-3 0,0-3 0,-1-4 0,-28 5 0,3-14 0,13-17 0,8-17 0,15-19 0,11-14 0,10-16 0,15-9 0,17-13 0,16-5 0,3 28 0,5 0 0,6 1-193,7-2 1,6 2 0,3 1 192,2 2 0,3 2 0,0 1 0,-3 4 0,1 1 0,-2 2 0,14-14 0,-6 5 0,-14 13 0,-5 4 0,14-17 0,-23 28 0,-13 14 0,-1-5 577,18-33-577,-5 10 0,4-5 0,7-13 0,2-2 0,1-1 0,0 3 0,-8 10 0,-2 6 0,7-15 0,-19 83 0,-13 29 0,-6 17 0,1 1 0,0 7 0,-1 3-347,0 11 1,1 4 0,0 0 346,1-2 0,1 0 0,3-2 0,3-7 0,3-2 0,4-4-46,3-10 1,4-2 0,3-3 45,20 23 0,7-8 0,3-12 0,4-8 0,-6-13 0,0-7 0,30 8 0,-32-54 1031,-58-70-1031,-24 10 0,-13-7 0,1 12 0,-6-2 0,-5 2-566,-10-2 1,-4 2 0,-2 3 565,2 6 0,-2 4 0,1 4 0,7 8 0,1 4 0,3 4 0,-13 0 0,5 7 0,-21-1 0,37 16 0,34 8 0,29 3 0,52 13 0,-1-2 0,8 2 0,15 2 0,5-2 0,-25-4 0,1-2 0,-1-1 0,19 0 0,-6-2 920,-21-4 0,-7-2-920,6 0 0,-51 0 0,-41 3 0,-32 4 0,-7 3 0,7 3 0,25 0 0,22-2 0,14 2 0,11-2 0,14-4 0,16-11 0,16-12 0,2-2 0,-10 2 0,-15 11 0,-14 7 0,-8-1 0,-4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1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0 224 24575,'49'0'0,"19"0"0,19 0 0,-7 0 0,11 0 0,9 0 0,5 0-1405,-20 0 1,5 0 0,5 0-1,2 0 1,4 0 0,2 0-1,2 0 1256,-14-1 0,3 0 0,3 0 0,1 0 0,2 0 0,1 0 0,1-1 0,0 1 0,0-1 0,-1 0 149,-5 1 0,0-1 0,2 0 0,0 0 0,0 0 0,0 0 0,0 0 0,0 0 0,0-1 0,-1 1 0,-1-1-56,-2 0 1,-1-1 0,0 1 0,1 0 0,-1-1 0,-1 0 0,0 0 0,-1 0 0,-2 0 0,0 0 0,-2 0 55,7-1 0,0-1 0,-1 1 0,-1-1 0,-1 1 0,-3-1 0,-1 0 0,-3 0 0,-3 1 0,14-2 0,-4-1 0,-2 1 0,-4 0 0,-3 0 0,-2 0 0,14-2 0,-3 0 0,-6 1 0,-9 1 1043,19-1 1,-21 1-1044,-22 1 0,-38 6 0,-19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3.0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 24575,'6'0'0,"30"0"0,22 0 0,19 0 0,-11 0 0,9 0 0,7 0 0,4 0-1639,-5 0 1,5 0-1,4 0 1,5 0 0,4 0-1,4 0 1539,-19 0 0,5 0 0,2 0 1,4 0-1,1 0 0,3 0 0,1 0 1,1 0-1,0 0 0,0 0-85,-13 0 1,1 0-1,2 0 1,0 0-1,1 0 1,1 0 0,1 0-1,0 0 1,0 0-1,0 0 1,0 0-1,0 0 1,0 0 184,2 0 0,0 0 0,1 0 0,0 0 0,0 0 0,1 0 0,-1 0 0,0 0 0,0 0 0,-1 0 0,-1 0 0,0 0 0,-1 0 4,9 0 0,1 0 1,-1 0-1,1 0 1,-2 0-1,-1 0 0,0 1 1,-3-1-1,-2 0 1,-2 0-1,-3 1-4,8-1 0,-1 1 0,-3 0 0,-2 0 0,-3 0 0,-3 0 0,-2 0 0,-4 0-83,18 1 0,-4 0 0,-5 1 1,-5-1-1,-6 1 83,10 0 0,-7 1 0,-13 0 1572,-5 4 1,-26-9-1573,-41-19 0,-3 13 0,-28-15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4.8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185 0 24575,'0'30'0,"0"14"0,0 12 0,1 10 0,-1 10 0,-1 4-1126,0-2 0,-1 4 1,0 3-1,-2 2 1126,0-6 0,0 2 0,-1 1 0,-1 2 0,0-2 0,-1 3 0,0 0 0,0 0 0,-1-1 0,-1-2 0,-1 12 0,-1-1 0,-1-2 0,1-3 118,2-9 1,0-1 0,0-4-1,1-2-118,0 3 0,1-3 0,1-5 463,0 11 0,2-8-463,2-14 0,2-5 0,0 33 0,0-10 2297,0-2-2297,0-6 806,2 20-806,4-2 0,-1-24 0,1 2 0,1 2 0,1 0 0,-1 2 0,0-2 0,-1-8 0,-1-4 0,2 23 0,-4-33 0,-3-22 0,0-9 0,2 4 0,4 16 0,4 14 0,0 5 0,-2-12 0,-5-24 0,-3-22 0,0-18 0,0-7 0,0 11 0,0 7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6.3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24 24575,'26'0'0,"47"0"0,-13 0 0,11 0 0,8 0-1723,-8 0 0,6-1 1,4 0-1,5-1 1,1 1 1722,4 0 0,5 0 0,2 0 0,3 0 0,1 0 0,0 0 0,-5 0 0,1 0 0,1 1 0,2-1 0,-1 0 0,1 0 0,-1 0 0,-1 0 0,1 1 0,0-1 0,-1 0 0,0 0 0,-2 1 0,-1-1-150,7 1 0,-3-1 0,0 1 1,-2 0-1,-1 0 0,0 1 150,-6 0 0,-2 1 0,0-1 0,-1 2 0,0 0 0,0 2 0,-1 0 0,1 2 0,-1 0 0,-1 1 0,1 2 0,-1 1 0,1 1 0,-1 3 0,1 0 0,-1 2 0,-1 0 0,-1 1 90,13 4 1,-1 1 0,-1 2 0,-2 0-1,-3 1-90,7 3 0,-3 1 0,-3 0 0,-6-1 0,2 2 0,-5 0 0,-8-4 0,-3-2 0,-10-4 3583,9-1-3583,-45-26 3240,-17-20-3240,-3-14 2236,4-8-2236,6 1 0,18 4 0,44 5 0,-21 23 0,6 3 0,16 1 0,3 4 0,4 3 0,-1 2 0,-11 2 0,-4 0 0,-12 1 0,-5 0 0,15 1 0,-36 1 0,-18-2 0,-10-1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8.0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373 370 24575,'14'-5'0,"12"-14"0,15-18 0,8-16 0,-3-7 0,-14 6 0,-15 11 0,-12 14 0,-9 8 0,-10 6 0,-11 1 0,-6 4 0,-1 4 0,3 3 0,0 2 0,-8 1 0,-6 4 0,-9 6 0,-6 13 0,0 13 0,2 10 0,7 5 0,10 1 0,12 1 0,13 8 0,8 16 0,7 13 0,6 6 0,5-15 0,9-21 0,10-26 0,15-18 0,13-9 0,6-5 0,-2-2 0,-13 0 0,-11-4 0,-8-8 0,-2-7 0,-2-7 0,-1 1 0,-4 2 0,-5 4 0,-4 2 0,-6 8 0,-4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1:58.7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24575,'0'34'0,"0"12"0,0 24 0,0 7 0,0-2 0,0-10 0,0-6 0,0 3 0,0 0 0,0-8 0,0-20 0,0-18 0,0-14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0.1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525 403 24575,'13'-3'0,"14"-13"0,23-20 0,9-16 0,-3-16 0,-13-3 0,-19 9 0,-10 13 0,-10 21 0,-11 15 0,-15 8 0,-20 5 0,-19 9 0,-15 11 0,-10 12 0,36-11 0,-2 3 0,-2 2 0,1 0 0,-1 2 0,1 1 0,5-1 0,5 0 0,-17 20 0,23-10 0,24-6 0,9 2 0,6 11 0,5 13 0,8 13 0,8 6 0,8-5 0,8-3 0,4-12 0,5-14 0,-1-10 0,3-16 0,17-15 0,16-20 0,-35 0 0,1-3 0,-1-3 0,-2-2 0,27-23 0,-23 12 0,-21 10 0,-17 9 0,-6 0 0,-6 11 0,1-2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1.4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0 24575,'23'0'0,"-4"0"0,-6 2 0,-4 3 0,18 76 0,-13 7 0,-1-11 0,-2 4 0,-8-17 0,-4-3 0,-1-8 0,-3-4 0,-19 29 0,3-43 0,-8-9 0,15-23 0,-1-3 0,6 0 0,-5 2 0,2 0 0,2 0 0,14 0 0,33-9 0,34-9 0,-21 2 0,3-3 0,7-5 0,0 0 0,-4-1 0,-2 0 0,34-15 0,-30 12 0,-28 10 0,-19 10 0,-8 3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6.0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0 206 24575,'9'0'0,"36"0"0,17-3 0,19-3 0,-7 0 0,12-1 0,7-1 0,3 1-1134,-12 1 0,5 0 0,3 0 0,2 1 0,3-1 0,0 0 1134,-13 2 0,1-1 0,2 1 0,1-1 0,1 1 0,0 0 0,0 0 0,0 1 0,3-1 0,0 1 0,2 1 0,-1-1 0,0 0 0,-1 1 0,-1 0 0,-3 1 0,16-1 0,0 1 0,-3 0 0,-1 0 0,-3 0 0,-3 0 0,0 0 0,-2 0 0,-3 0 0,-4-1 0,-5 0 0,20-1 0,-7 0 0,-11-1 985,-7-2 0,-12 0-985,5-2 1090,-37 1-1090,-7 3 0,2-1 0,4-2 936,-5 1 0,-10 1 0,-9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4.9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1 255 24575,'8'4'0,"34"-2"0,23-4 0,7-2 0,15-2 0,9-2 0,6 0-1405,-21 2 1,5-1 0,5 0-1,2 0 1,3 0 0,2 0-1,0-1 1391,-10 2 1,3-1 0,1 1-1,2-1 1,1 1 0,0-1 0,1 0-1,-1 1 1,1-1 13,2 0 0,2 0 0,1 0 0,1 0 0,-1 0 0,-1 1 0,-1-1 0,-1 1 0,-2 1 0,-1-1 0,-1 2 0,0-1 0,-2 1 0,-1-1 0,-2 2 0,-3-1 0,-1 0 0,7 1 0,-1-1 0,-4 1 0,-1 0 0,-5 0 0,-3 1 604,11-1 0,-4 0 1,-6 1-1,-8 0-604,15 0 0,-15 2 1573,-3 0-1573,-64 0 0,-39 0 0,11 0 0,-8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7.4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588 9 24575,'-6'-4'0,"-7"2"0,-22 0 0,-23 2 0,-14 0 0,2 0 0,22 1 0,24 7 0,14 11 0,2 20 0,-6 22 0,-4 20 0,2 11 0,4-5 0,7-16 0,11-23 0,20-20 0,20-11 0,19-2 0,6 1 0,-7 3 0,-10 10 0,-14 7 0,-11 10 0,-9 8 0,-9-1 0,-11-4 0,-16-9 0,-11-9 0,-13-10 0,-19-9 0,-20-5 0,-17-4 0,43-3 0,2 0 0,-36 0 0,27 0 0,26 0 0,25 0 0,13 0 0,1 0 0,0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09.3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398 1 24575,'-4'15'0,"-14"23"0,-14 29 0,-15 20 0,22-38 0,1 1 0,-19 40 0,6-7 0,6 4 0,5 1 0,13-39 0,1 1 0,0 0 0,0 0 0,-10 33 0,3-22 0,8-32 0,5-26 0,4-5 0,0-6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11.5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4033 24575,'0'5'0,"4"5"0,22 14 0,38 15 0,-14-12 0,8-1 0,12 2 0,7-4 0,13 0 0,14-10 0,-33-15 0,11-5 0,6-3 0,2-4 0,-1-2 0,-6-2-642,2-3 1,-3-4 0,-2-2-1,2-2 1,6-2 641,-4 1 0,7-1 0,2-1 0,2-3 0,-3-1 0,-4-3 0,-8-3 0,7-12 0,-6-3 0,-5-4 0,-4-1 0,-3-3 0,-6 4 0,-3-3 0,-4-1 0,-3-2 0,-5-2-378,6-16 1,-5-4-1,-7-1 1,-5-2 377,-7 0 0,-5-2 0,-6-1 0,-3 1 0,-2 4 0,-4 0 0,-4 0 0,-5-2 0,-5 9 0,-4-3 0,-4-1 0,0 3 0,0 6-184,0-13 1,-1 7 0,-7-3 183,-7 5 0,-7-5 0,-2 5 0,4 10 0,-5 0 0,1 7 0,-13-17 0,5 3 0,22 30 0,5 3 2824,-3-28-2824,32 19 0,61 14 0,4 15 0,20 0 0,-1-1 188,-13 1 0,-2 0 1,7-2-189,2 0 0,8-3 0,0 0 0,-8-1 0,-4-2 0,-6 0 0,-3 0 218,-6 3 0,-3 1 0,-1 2-218,31-11 0,-9 5 0,-36 15 0,-4 2 0,33-7 0,-71 22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12.6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24575,'59'17'0,"1"0"0,16 7 0,8 3 0,-2-1 0,7 3 0,0-1 0,-4-1 0,0 0 0,-4-1 0,-11-5 0,-2-1 0,-4-2 0,9 3 0,-7-4 0,10 1 0,-51-11 0,-30-5 0,-22-1 0,-26 12 0,-10 8 0,-1 6 0,-4 6 0,-1-1 0,-6 4 0,3 2 0,9 0 0,1 3 0,1 0 0,3-1 0,0 0 0,4-1 0,-12 8 0,8-3 0,-20 18 0,42-34 0,24-18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16.0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 24575,'10'-4'0,"-2"1"0,1 2 0,3 1 0,15 0 0,30 0 0,-5 0 0,7 0 0,18 0 0,5 0 0,10 0 0,2 0 0,0-1 0,-1 2 0,-7 0 0,-3 6 0,-8 6 0,-2 8 0,3 12 0,-2 8 0,6 12 0,-2 7 0,-24-16 0,-1 2 0,-1 0 0,2 1 0,-1-1 0,-2 0 0,14 16 0,-7-3 0,-13-8 0,-6-2 0,8 30 0,-30-11 0,-11 14 0,-5-28 0,0 4 0,-1 16 0,0 6 0,0 12 0,0 2 0,-1 3 0,2-2 0,-1-7 0,4-3 0,2-15 0,10-7 0,21-10 0,17-10 0,11-14 0,15-8 0,8-4-744,-11-4 0,6-4 0,5-1 1,3-2-1,2 0 744,-2 0 0,2-2 0,3 0 0,2-1 0,0 0 0,0-1 0,-10 0 0,2 0 0,0-1 0,0 0 0,0 0 0,-1 0 0,-2 0 0,6-1 0,0 0 0,-2 0 0,-1 0 0,-2-1 0,-4 0-233,20-1 0,-4 0 0,-5-1 0,-4-1 233,2-1 0,-6-1 0,-8-1 0,0-3 0,-11-2 0,15-8 0,-45 9 0,-22 3 0,-9 5 0,-5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17.1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24575,'54'0'0,"26"0"0,-17 0 0,6 0 0,18 4 0,4 2 0,6 3 0,0 2 0,-1 3 0,-3 1 0,-15 0 0,-5 1 0,-20-6 0,-5 0 0,15 1 0,-36-4 0,-20-2 0,-26 12 0,-38 26 0,4-3 0,-7 8 0,5 1 0,-3 6 0,0 2 0,-4 7 0,1 4 0,0 5 0,9-2 0,0 6 0,2 1 0,5-7 0,4-6 0,5-5 0,2 1 0,1 4 0,2 1 0,8-14 0,5-9 0,11-27 0,6-13 0,1-3 0,1-2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0.1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741 1 24575,'-18'0'0,"-27"15"0,-24 23 0,28-10 0,0 5 0,3 4 0,4 3 0,-12 34 0,21-10 0,16-9 0,14 1 0,19 17 0,-2-26 0,3 3 0,7 11 0,3 2 0,1 5 0,-1-1 0,-4-6 0,-3-2 0,-5-11 0,-2-3 0,3 15 0,-13-30 0,-31-15 0,-57-18 0,16-7 0,-5-3 0,-13-5 0,-2-2 0,4-2 0,4 0 0,19 3 0,6 1 0,-12-6 0,37 14 0,15 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0.8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0 247 24575,'7'-21'0,"25"7"0,45-6 0,-7 5 0,13-2 0,-3 1 0,5-2 0,0-1 0,-3-1 0,6-1 0,-15 2 0,15-7 0,-42 12 0,-28 8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1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 1 24340,'-4'5'0,"2"14"117,0 58-117,0 6 19,0-21 1,1 2-20,-1-4 0,0-6 5,0 5 0,1-5 0,1-52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3.0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103 1 24575,'0'12'0,"0"11"0,0 22 0,0 18 0,0 7 0,0-9 0,0-17 0,0-17 0,0-11 0,0-3 0,0 0 0,0 8 0,-5 8 0,-8 7 0,-7 2 0,-4-5 0,2-9 0,11-13 0,4-5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4.2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1 24575,'0'33'0,"-8"44"0,1-13 0,0 7 0,-1 11 0,1 1 0,0 1 0,1-2 0,3-12 0,1-5 0,2 28 0,0-36 0,0-31 0,0-9 0,0 2 0,0 4 0,0 9 0,0 3 0,-2 2 0,0-2 0,-1-5 0,2-14 0,1-6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5.1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447 0 24575,'-42'16'0,"-7"5"0,-19 11 0,-3 5 0,-6 8 0,12-5 0,17-10 0,21-12 0,27-13 0,32-5 0,38 1 0,-16-1 0,6 0 0,19 0 0,4 0 0,6 0 0,2 0 0,2 0 0,-2 0 0,-8 0 0,-5 0 0,-18 0 0,-6 0 0,8 0 0,-32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5.9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50 1 24575,'-11'8'0,"1"8"0,-3 14 0,5 9 0,3 8 0,3-2 0,2 0 0,11 12 0,20 8 0,17 8 0,16 0 0,-5-18 0,-17-17 0,-18-19 0,-16-13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2:26.9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467 1 24575,'4'4'0,"-2"27"0,-2 46 0,-3-21 0,-2 6 0,-2 12 0,-3 2 0,-3-1 0,-4-1 0,-2-10 0,-3-3 0,0-7 0,-2-5 0,-21 21 0,5-24 0,10-20 0,8-12 0,6-6 0,5-4 0,4-1 0,-2 2 0,-7 6 0,-9 2 0,-8 2 0,1-2 0,7-1 0,11-6 0,8-2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13.8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1651 1 24575,'-1'38'0,"-5"15"0,-2 15 0,-1-3 0,-1 8 0,-1 8 0,0 3-1303,2-6 1,0 3 0,0 5 0,1 3-1,-1 1 1,1 1 1302,0-2 0,0 3 0,0 1 0,1 2 0,0 0 0,0 0 0,1-1 0,1 0 0,-1 0 0,1 0 0,1 0 0,0-1 0,0-1 0,1-3 0,1 4 0,0-1 0,1-2 0,1-1 0,-1-4 0,1-3 379,-1 14 1,1-3 0,1-5-1,-1-7-379,0-4 0,-1-5 0,2-8 682,-1-1 0,1-12-682,4-11 0,6-30 0,3-8 4223,2-2-4223,1 2 709,-3 5-709,-5 4 0,-4 5 0,-4 11 0,-3 19 0,-5 15 0,-1 12 0,0-4 0,3-8 0,9-6 0,9-6 0,6-8 0,3-16 0,-3-11 0,-3-20 0,1-39 0,-5-7 0,0-13 0,0-6 0,-1-9 0,-1-7-763,-1-1 1,-2-7-1,0-5 1,0-2 762,-2 22 0,0-2 0,-1-1 0,0-2 0,0-1 0,0 0 0,0-6 0,-1-2 0,0-1 0,0 0 0,0 1 0,0 1 0,0 5 0,-1 0 0,0 0 0,1 1 0,-1 2 0,0 3 0,1-5 0,0 2 0,-1 2 0,1 3 0,-1 3-51,1-24 1,0 5 0,-1 9 50,0-1 0,-2 12 0,-10-18 0,-21 37 0,-33-6 0,19 23 0,-4-3 1512,-7-8 0,-3-2-1512,-2-2 0,-1 0 88,3 5 1,1 3-89,6 9 0,1 3 0,-27-14 0,26 19 0,21 12 0,12 6 0,5 4 0,-3 5 0,-4 1 0,-9 4 0,-15 14 0,-15 26 0,20-3 0,0 7 0,-10 16 0,0 7 0,13-14 0,-1 5 0,0 4-742,-6 18 0,0 7 0,2 7 742,13-24 0,2 4 0,2 3 0,0 3 0,2 2-475,3-1 0,1 3 0,1 3 1,1 1-1,2 2 0,0 1 475,2-5 0,1 2 0,1 1 0,1 1 0,0 0 0,1 0 0,2 0 0,0-2 0,1 1 0,1 0 0,1 0 0,0-1 0,1-2 0,0-1 0,0 4 0,0-1 0,1-1 0,1-2 0,0-2 0,0-3 0,0 21 0,0-3 0,2-4 0,2-5 0,2 1 0,3-5 0,6-4-10,5-11 0,4-4 0,6-2 10,5-3 0,4-3 0,4-1 0,5-1 0,4-1 0,0-2 0,-2-3 0,0-1 0,-1-3 0,11 9 0,-2-7 0,-10-11 0,2-13 0,10-25 0,6-17 0,1-12 0,5-11 0,5-5-59,-1 1 0,5-5 1,2-3-1,1-1 59,-11 7 0,2-2 0,0-2 0,0 1 0,-2 1 0,-2 1 0,0 1 0,-2 0 0,0 1 0,-3 0 478,6-3 1,-1 0 0,-4 1 0,-5 0-479,5-8 0,-7 1 0,-6-7 0,-8-7 0,-7-7 0,-6-6 0,-11 5 0,-4-5 0,-5-4 0,-4-2-435,-4 8 1,-4-2-1,-2-1 1,-3-1-1,-2-1 435,-2-8 0,-3 0 0,-2-2 0,-2 1 0,-3 2 0,-2 2 0,-1 1 0,-3 0 0,-2 3 0,-3 3 0,-7-9 0,-4 3 0,-2 3 0,-2 2 0,1 8 0,-2 2 0,-2 3 0,-2 2-285,-15-10 1,-2 4 0,-2 4 284,2 9 0,0 4 0,0 2 614,4 7 0,1 1 1,3 4-615,-14-9 0,6 5 412,20 14 0,6 3-412,-8-6 0,31 20 0,11 10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14.5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 24575,'7'-3'0,"28"0"0,15 3 0,23-1 0,17 1 0,9 0 0,2 0 0,-6 0 0,-9 0 0,2 0 0,2 0 0,0 0 0,2 0 0,2 0 0,0 0-794,-2 0 0,3 0 1,2 0-1,0 0 1,0 0-1,-1 0 1,-3 0-1,-3 0 794,14 0 0,1 0 0,-3 0 0,-5 0 0,-9 0 0,-13 0 0,24 0 0,-24 0 0,-13 0 0,-47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15.6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9 24575,'-5'-4'0,"23"2"0,45 0 0,-5 2 0,7 0 0,20 0 0,5 0 0,5 0 0,0 0 0,-3 0 0,-2 0 0,-4 0 0,-2 0 0,-9 0 0,-2 0 0,-3 0 0,-1 0 0,-10 0 0,-4 0 0,26 0 0,-37 0 0,-22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17.9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2222 24575,'2'-4'0,"5"2"0,22-8 0,31-14 0,-9 1 0,4-6 0,16-16 0,2-6 0,1-5 0,-2-4 0,-2-4 0,-6-2 0,-14 7 0,-6 2 0,8-25 0,-25 28 0,-24 31 0,-21 17 0,-16 6 0,-13 10 0,-7 15 0,-1 29 0,26-10 0,2 6 0,-1 6 0,2 4 0,-1 14 0,4 5 0,2 6 0,3 3 0,6-2 0,3 0 0,2-2 0,2-5 0,4-16 0,1-7 0,5 17 0,6-36 0,18-42 0,5-25 0,3-15 0,18-23 0,4-12 0,-10 14 0,3-6 0,-1 0 0,5-6 0,1-2 0,-2 3 0,-7 10 0,0 1 0,-3 4 0,9-11 0,-5 9 0,11-11 0,-34 50 0,-19 39 0,-12 43 0,-1-10 0,-2 5 0,-1 11 0,1 3 0,1 12 0,1-4 0,-1 13 0,8-18 0,14-88 0,27-55 0,-11 18 0,3-5 0,5-10 0,1-2 0,-4 5 0,-1 4 0,11-21 0,-19 39 0,-15 36 0,-8 22 0,-3 7 0,1 3 0,5-3 0,6-4 0,16-2 0,18-4 0,19-4 0,11-19 0,-3-30 0,-41 7 0,-6-7 0,-4-9 0,-6-3 0,-5 0 0,-3 1 0,-2-31 0,-9 37 0,-7 37 0,-19 49 0,5 4 0,-1 7 0,-5 16 0,1 5 0,0 10 0,3 1 0,7-7 0,4-3 0,5-15 0,3-5 0,4 15 0,25-63 0,9-39 0,4-25 0,1-8 0,3-13 0,0-7-885,-5 6 1,1-7 0,-1-2 0,-1-2 884,-7 14 0,0-3 0,-1 0 0,-1 0 0,-2 1 0,2-13 0,-2 0 0,-3 2 0,-1 6 0,-2-4 0,-3 5 0,-1 9 0,-2-4 0,-1 23 0,-2 41 0,-6 59 0,-2 33 0,0-9 0,1 7 0,-1 3 0,0 10 0,1 3 0,-1 0 0,0-4 0,0 0 0,0-5 0,-1 12 0,2-10 0,2 18 0,2-51 0,0-34 0,0-10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3:19.2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354 1 24575,'-10'0'0,"-15"8"0,-19 19 0,-23 24 0,-9 14 0,12-4 0,21-19 0,24-18 0,13-9 0,10-4 0,10 2 0,24 2 0,29 10 0,23 12 0,-40-13 0,-1 3 0,0 3 0,-3 0 0,32 25 0,-21-11 0,-26-18 0,-32-14 0,-34-6 0,-26-4 0,-19-2 0,-8 4 0,7 3 0,11 3 0,19 3 0,23-3 0,16 0 0,10-5 0,2-1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14.4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24575,'66'0'0,"0"0"0,4 0 0,12 0 0,6-1 0,5 2 0,-12 0 0,5 0 0,3 0 0,2 1 0,2 0 0,-1 1-868,-7-1 0,1 1 0,2 1 0,0 0 0,-1 0 0,0 0 0,-2 1 868,8 0 0,0 1 0,-1 0 0,-2 1 0,-3 0 0,-4 0 0,12 3 0,-4 0 0,-6 2 0,-7-1 896,23 6 1,-15-1-897,-30-7 0,-13-1 978,-18-3-978,-37-15 0,-20-11 0,-6-5 826,2 1 0,15 11 0,10 7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16.2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24575,'55'0'0,"0"0"0,33 0 0,13 0 0,-26 0 0,6 0 0,5 0 0,1 0-1019,-5 0 1,4 0 0,1 0 0,1 0 0,0 0 1018,2 0 0,2 0 0,-1 0 0,0 0 0,-2 0 0,-5 0 0,0 0 0,-2 0 0,-2 0 0,-3 0 512,23 0 1,-5 0 0,-8 0-513,5 0 0,-13 0 206,7 0 1,-58 0-1,-17 0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17.1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24575,'40'0'0,"48"0"0,2 0 0,14 0 0,-13 0 0,7 0 0,3 0-1015,-15 0 0,3 0 1,1 0-1,1 0 1015,4 0 0,1 0 0,0 0 0,-2 0 0,-6 0 0,-1 0 0,-1 0 0,-3 0 131,18 0 0,-3 0 1,-4 0-132,-14 0 0,-3 0 0,-4 0 425,16 0 0,-7 0-425,-21 0 0,-7 0 0,21 0 0,-42 0 0,-18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18.5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24575,'89'0'0,"-10"0"0,11 0 0,-1 0 0,8 0 0,4 0-1655,-10 0 1,3 0-1,1 0 1,1 0 1654,0 0 0,2 0 0,-1 0 0,-2 0 0,-7 0 0,0 0 0,-3 0 0,-4 0 642,7 0 0,-6 0 0,-6 0-642,3 0 0,-12 0 0,1 0 0,-49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20.6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 24575,'54'0'0,"2"0"0,10 0 0,-2 0 0,5 0 0,3 0 0,13 0 0,3 0 0,0 0 0,1 0 0,-1 0 0,-2 0 0,-9 0 0,-3 0 0,-4 0 0,13 0 0,-8 0 0,25 0 0,-49 0 0,-27-1 0,-15 0 0,-5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3:14:43.8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 8191,'17'-3'0,"-3"1"0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5.5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24575,'4'4'0,"-1"-1"0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9.5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203 2104 20855,'3'7'0,"-21"-17"883,-33-49 1,-6-29-884,24 14 0,5-10 0,12-14 0,14 19 0,7-11 0,6-8 0,4-3 0,2-1 0,0 5 0,-1 8-219,0-4 1,0 5-1,2 4 1,3-1-1,5-1 219,4 0 0,6-5 0,3-1 0,1 5 0,-2 10 0,-4 16-2648,17-14 0,-13 38 2648,-29 44 624,18 58-624,-12 30 0,6-31 0,0 5 0,-12 20 0,-2-2 467,6-31 0,-1-4-467,-8 2 0,-2-8 6784,1-17-6784,1-25 0,-4 11 0,-4 31 0,-9 15 0,-8 26 0,-4 12 0,0-3 0,5-17 0,-1 9 0,0 0 0,2-9 0,-3 18 0,-2 1 0,2-18 0,4-34 0,2-34 0,15-27 0,-6-14 0,7-31 0,0-8 0,-3-28 0,3 25 0,-1 3 0,-2 9 0,14 18 0,-5 25 0,6-34 0,-8-2 0,4-22 0,-3 13-6784,4 13 6784,-3 52 0,8 45 0,-5-28 0,8 27 0,-7-38 0,1-5 0,43-41 0,16-23 3392,1 6 0,1-3-3392,2-8 0,-2 2 0,-7 11 0,-22 17 0,-40 31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2:03.0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446 1 24575,'-13'24'0,"-10"22"0,-6 15 0,-6 18 0,-5 13 0,1 0 0,4-7 0,0 1 0,-1-4 0,0 2 0,-2-2 0,2-41 0,-10-71 0,42-38 0,15-21 0,1 8 0,4-5 0,1 9 0,1 5 0,4 8 0,4 2 0,0 9 0,-5 17 0,-3 25 0,69 28 0,-20 13 0,3 4 0,-9-13 0,0 5 0,-6 10 0,2 9 0,-5 2 0,13 21 0,-8 0 0,-16-19 0,-2-1 0,12 17 0,-15-18 0,-33-44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2:08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 0 24575,'10'50'0,"-1"0"0,-12 25 0,-7 14 0,6 13 0,7-25 0,3 10 0,2 7 0,3 3 0,0 1 0,1-3 0,-1-5 0,3 2 0,1 2 0,0-3 0,0-3 0,-1-8 0,-4-10 0,-1 47 0,-3-56 0,5-111 0,-6-48 0,-13 19 0,-8-17 0,-4-8 0,-2 3 0,2 13 0,-3-10 0,-1 9 0,4 31 0,6 38 0,-1 59 0,4 30 0,16-14 0,7 1 0,32 31 0,6-8 0,-2-31 0,12-6 0,29-10 0,5-9 0,-24-6 0,-1-4 0,18 0 0,-15-12 0,-41-28 0,-53-25 0,-10-1 0,-3-1 0,-7-15 0,9 15 0,4 17 0,20 39 0,12 26 0,36 13 0,13 1 0,21 14 0,-18-23 0,1-13 0,16-43 0,-51-31 0,6-8 0,-20 22 0,-4 11 0,-6 24 0,-16 43 0,8-15 0,-7 16 0,14-40 0,4-6 0,-3 28 0,6 13 0,28 12 0,3-94 0,-19-16 0,-3-9 0,5 12 0,-5-1 0,-18-17 0,5 23 0,11 52 0,-26 59 0,-14 23 0,11-11 0,-9 12 0,6-14 0,21-52 0,24-30 0,7 15 0,22 36 0,6 22 0,-17-3 0,-2 7 0,-4 2 0,-1-1 0,-3 1 0,-7 8 0,-6 11 0,-6 8 0,-5 4 0,-8-4 0,-9-5 0,-8-1 0,-3-2 0,1-1 0,-3 18 0,-1-4 0,-2-3 0,1-1 0,-1-2 0,-3-44 0,-19-76 0,17-17 0,-1-20 0,8-2 0,8-3 0,8-2 0,8-5 0,8 2 0,7-6 0,5 2 0,2 8 0,13-19 0,11 15 0,20 11 0,0 21 0,-21 34 0,-42 13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25.2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24575,'8'93'0,"-4"-31"0,1 15 0,0 10 0,1 3 0,2-1 0,1-8 0,0 2 0,2 0 0,1 4 0,1 5 0,0 4-816,-2-11 1,2 5 0,0 4-1,2 4 1,-1 2 0,1 0-1,-1 0 1,0-1 0,0-4 0,-1-4 815,1 4 0,-1-3 0,0-2 0,-1-2 0,1 0 0,-1 1 0,0 2 0,1 3 0,-2-6 0,1 3 0,0 2 0,0 2 0,0 0 0,-1-1 0,1-1 0,-2-5 0,0-4 0,-1-5 286,3 25 0,-1-8 1,-1-6-1,-1-1 0,-2-1-286,-1 15 0,-3 0 0,-1-6 0,4-12 719,7 8 1,-1-26-720,-4-44 0,2 6 0,-5-11 4391,-5 21-4391,-18 46 892,4-12-892,-5 10 0,15-44 0,4-14 0,0 15 0,7 0 0,-9 2 0,7-19 0,-8 0 0,-14 27 0,-16 13 0,-13 15 0,5-7 0,11-16 0,0-1 0,-19 17 0,-6 7 0,40-26 0,59-43 0,38-25 0,17-11 0,-1 2 0,-21 8 0,4-3 0,3-1 0,2-1 0,1 0 0,1 1 0,7 0 0,4 0 0,0 1 0,0-1 0,-1 1 0,-3 0 0,3-5 0,-4-3 0,-1 2 0,3 6 0,7 9-295,-16 10 0,3 8 1,5 5-1,1 3 1,2 2-1,-1 0 0,0-1 1,-3-3 294,6-3 0,0-1 0,-2-1 0,1 1 0,-1 0 0,2 1 0,0 2 0,-7 2 0,2 3 0,2 1 0,-1 1 0,-1 0 0,-1-2 0,-3-2 0,-4-4 0,13-2 0,6-3 0,-3-2 0,-11-1 0,-19-1 0,-29 2 0,-27 1 0,-20-14 0,3 12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1.8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1 206 24575,'81'-13'0,"1"0"0,0 0 0,-1 0 0,-7 6 0,6 0 0,6 0 0,4 1 0,4 1 0,1-1 0,2 1 0,0-1 0,-2 0 0,1 1 0,1-1 0,2 0 0,2 1 0,0-1 0,0 1 0,0 0 0,0 0 0,-2 0 0,-2 0 0,4-1 0,1 1 0,0 0 0,0-1 0,-2 1 0,-2 0 0,-3 1 0,-3 1 0,-4 0 0,15 2 0,2 0 0,-5 2 0,-8 0 0,-13-1 0,-18 0 0,19-4 0,-5 14 0,22 6 0,9 3 0,-6-3 0,-13-7 0,-1-2 0,0 0 0,3 2 0,-4 3 0,3 2 0,2 0 0,-5 0 0,-9-3 0,15-2 0,-8-2 0,-35-3 0,-42-3 0,-5 2 0,2-3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2.9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0 24575,'60'11'0,"-9"19"0,-9 0 0,-2 2 0,0 8-8503,12 9 8503,-55-37 859,-52 25 1,-14 4-860,18-5 0,-16 7 0,11-4 0,45-26 0,8-9 0,3-1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4.4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339 1 24575,'-16'91'0,"1"0"0,0 0 0,-1 0 0,1-1 0,0 1 0,-1 0 0,5-5 0,1 0 0,1 1 0,0 0 0,1 1 0,0 1 0,0 0 0,0 1 0,0-4 0,1 1 0,-1 1 0,1 0 0,-1 0 0,1 2 0,1 0 0,-1 0 0,1 1-463,0-3 0,1 1 0,0 0 1,0 2-1,0-1 0,1 1 1,0 0-1,0 1 0,0-1 1,1 0 462,1 4 0,-1 1 0,2 1 0,0 1 0,0-1 0,0-1 0,-1-1 0,1-2 0,-1-4 0,0-3 0,-1 7 0,-1-3 0,0-4 0,0-2 0,0-1 0,0 1 0,1 1 235,0 22 0,1 8 1,0 0-1,1-9 1,0-16-1,2-27-235,2-4 753,0-52-753,15 30 0,5 4 0,2-2 2462,-6-7-2462,-2-65 0,5-23 0,7-28 0,6-14 0,-1 0 0,-2 15 0,2 0 0,0 9 0,1-9 0,-3 0 0,1-13 0,1-2 0,-2 10 0,-4 18 0,-1 20 0,0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5.9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302 0 24575,'-32'75'0,"-1"0"0,4-11 0,-1 3 0,-1-1 0,2-1 0,0-1 0,2-3 0,-16 31 0,25-34 0,87-109 0,-16 10 0,7-7 0,-4 3 0,1-4 0,0 5 0,21-6 0,-16 29 0,-52 59 0,6 43 0,8-20 0,-2-25 0,24-17 0,20-19 0,10-3 0,3-1 0,17 2 0,-32-1 0,-13 0 0,-38 3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7.1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1 363 24575,'74'-9'0,"1"0"0,0 0 0,-3 0 0,11-3 0,9-1 0,7-1 0,6-1 0,1 0 0,1 0 0,-2 1 0,-4 2 0,-10 1 0,-1 1 0,1 1 0,-1 0 0,1 1 0,1-1 0,0 0 0,2 1 0,0-1 0,2-1-237,-6 1 0,3-2 0,1 0 1,2 0-1,0-1 0,1 1 1,-1 0-1,0 1 0,-3 1 0,-1 0 1,-3 2-1,-3 2 237,17 1 0,-1 1 0,0 2 0,-4 1 0,-3 0 0,-6 2 0,-6 0 0,-7 1 0,30 1 0,-14 2 0,-7 3 150,-11 1 0,-4 3 0,-14-5 0,-5-4 0,-51-8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18.5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24575,'6'82'0,"1"0"0,-1-1 0,-2-6 0,0 8 0,0 7 0,0 5 0,0 5 0,-1 3 0,1 2 0,-2-24 0,0 4 0,0 3 0,0 2 0,-1 1 0,1 3 0,-1 1 0,1 1 0,-1 1 0,0 0 0,0 0 0,1 0-513,-1-6 0,0 2 0,0 1 0,-1 1 0,1 1 0,0 0 0,0 1 0,-1-1 0,1 1 0,0-1 0,-1-1 1,1 0-1,-1-1 0,0-2 513,0 8 0,0 0 0,0 0 0,-1-1 0,1 0 0,-1-1 0,1 0 0,-1-2 0,1-1 0,0-1 0,0-2 0,1-1 0,0 11 0,0 1 0,1-1 0,0-2 0,-1-3 0,1-2 0,0-3 0,0-4 0,-1-6 127,0 19 0,-1-6 0,1-5 1,0-6-1,2-4-127,5 16 0,1-7 0,-2-10 0,-6 3 0,-2-31 0,1-47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20.9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1 24575,'-13'75'0,"8"1"0,1 20 0,0-18 0,-1 12 0,-1 8 0,2 6 0,1 5-577,3-23 1,1 4-1,1 5 1,0 3 0,2 3-1,-1 1 1,0 2 0,0-1-1,0 1 577,-1-10 0,0 2 0,0 2 0,1 1 0,-1 1 0,0 0 0,0 0 0,1-1 0,-1-1 0,1-2 0,0-2 0,0 8 0,1-2 0,-1 0 0,1-1 0,0-2 0,0-1 0,0-1 0,1-2 0,-1-1 0,1 12 0,-1 1 0,1-2 0,0-3 0,0-3 0,2-6 0,1-5 303,5 11 1,2-8 0,1-6 0,-3-2-304,-1 6 0,-1-5 0,2-1 304,6 4 1,2-1 0,-5-17-305,-3-4 0,3-57 0,39-13 0,34-14 0,10-5 0,-11 5 0,-18 7 0,-5 1 0,14-3 213,-5 2 0,14-2 0,10-2 0,6-1 0,0 0 0,-3 1 0,-9 1 0,-13 3-213,25-7 0,-15 4 0,9 3 0,-20 7 0,5 1 0,5 2 0,3 3 0,1 1 0,0 4 0,0 3 0,4 4 0,2 2 0,0 2 0,-1 1 0,-4 0 0,-4-2 0,8 1 0,-7 0 0,-2 1 0,2-1 0,4 1 0,-9-2 0,7 1 0,3 1 0,-1 0 0,-4-2 0,-8-2 0,-12-4 0,-3-4 0,0 1 0,0-1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22.9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150 1 24575,'3'92'0,"0"1"0,-1 0 0,1-1 0,0 1 0,-1 0 0,1 0 0,0-1 0,-2 3 0,-1 2 0,0 1 0,0 1 0,-1 1 0,0 0 0,1-1 0,-1-1 0,1 0 0,0-5 0,1 0 0,-1-1 0,0 1 0,1-1 0,-1-1 0,1 0 0,-1-1 0,0-1-315,0 5 1,0-2-1,-1 0 1,1-1 0,-1 0-1,1 0 1,0 1-1,0 0 315,1 8 0,0 2 0,1 3 0,-1-1 0,1-2 0,0-3 0,0-7 0,-1-7 0,2 18 0,-1-11 0,0-5 0,0 4 200,-1 8 1,-1 5 0,-1-7 0,0-18-201,-3-8 0,1-25 414,3-36-414,3-6 0,-10 87 0,4-33 0,-2 13 0,-3 0 0,-4 19 0,-2 10 0,-1 3 0,1-6 0,3-14 433,1 9 0,2-11 0,-2 7-433,-5 3 0,-7 16 0,1-2 0,9-17 0,18-34 0,36-36 0,15-54 0,17-35 0,3 3 0,1 16 0,2 2 0,-1-4 0,-17 5 0,0-4 0,-2 2 0,-2 9 0,28-8 0,-11 20 0,-4 33 0,10-6 0,21-3 0,6 0 0,-29 2 0,4 2 0,2-1 0,0-1 0,-3-1 0,12-3 0,-1-1 0,-2-1 0,-3 2-1696,-3 2 0,3 2 0,-12 0 0,-22 0 1696,-21-2 0,-24 7 0,6-1 0,74-12 0,-28 9 0,2 0 0,-6-2 0,-2 0 0,38 5 0,-84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26.6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1 338 24575,'0'30'0,"20"46"0,15 31 0,3-6 0,-10-38 0,1-5 0,6 7 0,7 11 0,7 12 0,5 3 0,2-3 0,0-12 0,2-9 0,2-6 0,1-7 0,0-8 0,4 1 0,0-10 0,6-25 0,-9-29 0,7-20 0,3-14 0,1-9 0,-3-4 0,-4 3-274,-2-4 1,-3-4-1,-3-4 1,-2-3-1,1 0 1,0-1 273,-5 7 0,0-4 0,0-1 0,-1 0 0,0 2 0,0 3 0,-2 5 79,11-5 1,3 2-1,-2 4 1,-11 9-1,-15 11-79,-12-8 0,-22 55 0,2-2 0,-3 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28.0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1 570 24575,'17'24'0,"23"-9"0,21-4 0,2-1 0,18-1 0,11 0 0,4-1 0,-4-2 0,-10-1 0,1-1 0,-7 0 0,-1-4 0,4-7 0,11-4 0,11-4 0,-2-6 0,-16-7 0,-31-10 0,-31-46 0,-46-10 0,-18 34 0,-23 0 0,-11 4 0,0 5 0,3 4 0,-4 3 0,-3 9 0,-1 14 0,-7 18 0,-4 14 0,2 11 0,7 9 0,8 6 0,4 8 0,7 9 0,13 8 0,13 17 0,12 12 0,11 4 0,8-5 0,7 12 0,12-2 0,25-12 0,18-24 0,21-7 0,7-10 0,-3-14 0,4-17 0,0-16 0,1-6 0,8-3 0,1-7 0,-10-11 0,4-32 0,-22-4 0,-28 13 0,-14-5 0,3 39 0,20-10 0,35-12 0,-19 5 0,-7 16 0,-37 80 0,-14 37 0,0-24 0,-3 11 0,-1 2 0,0-3 0,2-7 0,-1-1 0,0-1 0,0 1 0,-1 8 0,1 4 0,-2-7 0,0-19 0,-7 9 0,47-106 0,18-34 0,3 1 0,8-10 0,-2 3 0,-9 11 0,-1 3 0,2-1 0,14-14 0,2-1 0,-17 22 0,-17 26 0,-14 17 0,-22 6 0,-1 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1.0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477 1 24575,'-21'77'0,"-1"0"0,0 0 0,0 0 0,0 1 0,0 3 0,0 2 0,-1 4 0,1 7 0,5-10 0,-1 6 0,0 6 0,1 2 0,0 0 0,0-1 0,1-5 0,0-6 0,-3 14 0,0-6 0,1-3 0,1-1 0,2 1 0,0 7 0,2 6 0,0-4 0,4-13 0,4-24 0,5-8 0,0-58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2.2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978 1 24575,'-10'14'0,"-28"9"0,-16 5 0,-21 13 0,-13 7 0,0 0 0,4-4 0,-2 1 0,1 0 0,-4 2 0,0 1 0,11-5 0,7-7 0,29-7 0,42-19 0,4-2 0,13 8 0,42 13 0,15 3 0,-22-4 0,1 1 0,20 4 0,7 1 0,-6-4 0,7 1 0,0-4 0,0-6 0,2-3 0,-1 1 0,4 5 0,-1 2 0,-2-4 0,-8-5 0,-2-2 0,-18-4 0,-20-2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3.2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529 1 24575,'-15'51'0,"-1"7"0,-8 21 0,-2 13 0,-2 8 0,3-3 0,4-12 0,1 4 0,0 4 0,0 1 0,0 1 0,0-1 0,-1-3 0,0-6 0,0 0 0,-1-1 0,0 0 0,1-1 0,0-1 0,2-2 0,0 15 0,0 9 0,0 0 0,3-13 0,1-23 0,4-35 0,4-30 0,7-27 0,0-22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4.2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662 1 24575,'25'20'0,"9"6"0,-9 21 0,-5 18 0,-5 7 0,-7-22 0,-10 1 0,-22 24 0,-19-4 0,-21-25 0,-15-9 0,-2-2 0,-8-1 0,6-4 0,-3-2 0,6 0 0,-6 11 0,24-10 0,53-26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6.4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684 94 24575,'24'4'0,"59"-17"0,15-7 0,-46 9 0,1 0 0,54-22 0,-26 24 0,-108 102 0,-9-30 0,-17 15 0,-8 9 0,0-1 0,9-6 0,9-8 0,6-4 0,0 0 0,-5 4 0,-9 7 0,-9 6 0,1 0 0,7-6 0,16-13 0,15-5 0,11-5 0,3 22 0,2-1 0,-6-18 0,-2 0 0,-1 34 0,-9-8 0,-36-15 0,-5-65 0,-6-24 0,-11-35 0,17-25 0,40 10 0,15-10 0,20-3 0,22 6 0,20-5 0,12-1 0,5 3 0,-5 8 0,0-2 0,-1 6 0,7 6 0,14 9 0,-6 20 0,12 4 0,8 5 0,4 5 0,-1 4 0,-4 4 0,-10 3-165,18 6 1,-6 7 0,-5 7 0,0 3 164,-2 7 0,0 5 0,-4 2 0,-5-5 0,7-2 0,-4-2 0,-35-8 0,-42-10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39.3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829 38 24575,'13'-3'0,"28"-4"0,24 1 0,23 0 0,6 1 0,-8 4 0,7 1 0,0 1 0,-3-1 0,-10-2 0,-2-2 0,-1 1 0,-2 2 0,36 3 0,-1 2 0,-61-2 0,-98-2 0,-8 4 0,-27 3 0,-18 2 0,-11 2 0,-4 0 0,6 1 0,12 0-217,11-1 0,4 0 0,3 2 1,-1-1-1,-2 1 0,-6 0 217,-2-4 0,-11-3 0,-5-2 0,-2 2 0,6 2 0,10 7 0,16 7 0,20 10 105,2 43 1,29 16 0,32-7-106,31-29 0,27-6 0,11-2 0,-5 2 0,-3 7 0,1 2 0,0 0 0,2-4 0,4-3 0,4 0 0,-5-6 0,-18-11 0,2-1 0,24 22 0,-55-43 984,-37-1-984,-79 10 0,22-11 0,-17 1 0,-2 1 0,11 0 0,-13 10 0,15-7 0,10-22 0,92-9 0,45-9 0,27-6 0,9-1 0,-10 2 0,-9 1 0,5-1 0,3 0 0,-1-1 0,-1 0 0,-5 1 0,0-3 0,-2 1 0,-2-1 0,-5 1 0,-5 1 0,29-16 0,-8 0 0,-45 30 0,-48 22 0,-10 40 0,16 43 0,3-6 0,5-10 0,63-80 0,13-38 0,-41-23 0,-1-6 0,4 35 0,8 5 0,-11-2 0,-11-21 0,-10 24 0,-7 70 0,-2 21 0,11-10 0,0 1 0,-4 6 0,0-6 0,15-3 0,-32-27 0,-4-2 0,5-2 0,59-33 0,16-14 0,-10 15 0,5-19 0,0 18 0,-32 57 0,-9 16 0,13 28 0,-22-26 0,-1-3 0,6 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42.1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24575,'7'0'0,"9"4"0,24 0 0,27-1 0,21 1 0,18-1 0,12 0 0,8 1 0,2-1 0,-2 1-469,-49-2 1,3 0 0,3 0 0,3-1 0,2 1 0,3 0 0,1 0 0,4-1 0,1 1 0,2 0-1,2 0 1,2 0 0,1 0 0,2 0 0,1 1 0,2-1 0,0 1 0,2 1 0,0-1-1,2 1 1,0 0 428,-29 0 1,2-1 0,2 1 0,0 1 0,1-1-1,2 1 1,0-1 0,2 1 0,0 0 0,1 1-1,1-1 1,1 1 0,1-1 0,1 1 0,0 0-1,1 0 1,0 0 0,1 0 0,1 0 0,0 0-1,1 1 1,0-1 0,0 0 0,1 0 0,0 0-1,1 0 1,0 0 0,-1 0 0,1 0 0,1 0-1,-1-1 1,0 1 0,1-1 0,-1 0 0,0 1-1,0-2 1,0 1 0,0 0-7,-11-1 0,1-1 0,0 1 0,1 0 0,0-1 0,0 1 1,1-1-1,0 1 0,1-1 0,0 0 0,0 0 0,1 0 1,-1 0-1,2 0 0,-1 0 0,0 0 0,1 0 0,0 0 1,0 0-1,1 0 0,-1-1 0,1 1 0,-1 0 0,1 0 1,0-1-1,0 1 0,0 0 0,0-1 0,-1 1 0,1-1 1,0 1-1,0 0 0,-1-1 0,1 1 0,-1 0 0,0 0 1,0-1-1,0 1 0,0 0 0,-1 0 0,1-1 0,-1 1 1,-1 0-1,1 0 0,-1 0 0,0 0 0,-1 0 46,5 1 0,1-1 0,-1 1 0,1-1 0,-1 1 0,1-1 0,0 1 0,-1 0 0,1 0 0,-1-1 0,1 1 0,-1 0 0,0 0 0,1 0 0,-1 0 0,0 0 0,0 0 0,0-1 0,0 1 0,-1 0 0,1 0 0,-1 0 0,1 0 0,-1 0 0,-1-1 0,1 1 0,-1 0 0,1-1 0,-2 1 0,1-1 0,0 1 0,-1-1 0,0 0 0,-1 0 0,1 0 0,-1 0 0,-1 0 0,1 0 0,-1 0 0,-1 0 0,1-1 0,-1 0 0,-1 1-26,11-1 1,-1 0 0,0 0 0,0 1 0,0-1 0,0-1 0,0 1 0,-1 0 0,0 0 0,0-1-1,0 1 1,-1-1 0,0 0 0,0 1 0,0-1 0,-1 0 0,0 0 0,-1 0 0,0 0 0,-1 0-1,0 0 1,0-1 0,-1 1 0,-1 0 0,0 0 0,0-1 0,-2 1 0,1-1 0,-2 1 0,0-1 0,0 1-1,-2-1 1,0 1 0,-1-1 0,0 0 25,18 1 0,-1-1 0,0 0 0,0 0 0,-1 0 0,-1 0 0,0 0 0,-2-1 0,0 1 0,0 0 0,-2-1 0,0 1 0,-2-1 0,0 0 0,-2 1 0,0-1 0,-2 1 0,-1-1 0,-1 1 0,-1-1 0,-2 1 0,-1-1 0,-1 1 0,-1 0-50,16-1 1,-1 1-1,-3-1 1,-2 1-1,-2-1 1,-2 0-1,-1 1 1,-1-1-1,-1 1 1,-2-1 0,0 1-1,0 0 1,-1 1-1,0-1 1,0 1 49,11 1 0,1 0 0,0 1 0,0 0 0,-1 1 0,-1-1 0,-3 1 0,-2-1 0,-4-1 0,-4 0 0,-5-1 0,-5-2 523,27-1 1,-9-3 0,-7 0 0,-5 0-1,-2 0-523,20 1 0,-8 1 0,-1-3 0,7-1 0,-2-1 0,-33-1 0,-44 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43.5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24575,'4'0'0,"-1"0"0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44.9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 63 13367,'78'-23'0,"-39"8"4508,35-9-4508,-73 68 0,-18 27 0,1-7 0,-7 11 0,-1 3 0,3-7 0,2-3 0,2-5 0,-1 3 648,-14 34 1,-1 3-1,30-48-648,52-84 0,31-51 0,-5 0 358,-23 22 0,-4-1 0,5-1-358,3-3 0,5-4 0,1 4 0,-4 12 1840,17-2 1,-11 30-1841,-7 67 0,10 30 0,28-58 0,-27-46 0,-2-13 0,-20 11 0,0 0 0,22-7 0,-10 18 0,-32 40 0,10 19 0,2 5 0,-3 2 0,32 2 0,-47-55 0,30-69 0,-32 43 0,26-19 0,12 100 0,0 24 0,-21-25 0,20 8 0,23 9 0,5-13 0,4-26 0,6-13 0,-6 2 0,-20 8 0,-4 2 0,0-9 0,43-22 0,-28-11 0,-64 10 0,-76-53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45.3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227 0 24575,'-38'65'0,"0"0"0,6-15 0,2-2 0,-1 2 0,3-7 0,-1-3 0,29-36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49.3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61 24575,'-3'-8'0,"25"-5"0,36 8 0,38 4 0,18 2 0,0 1 0,-20-4 0,-14-4 0,-9-2 0,10 2 0,13 4 0,19 2 0,2 2 0,-13-2 0,-30-3 0,-10-9 0,-69 16 0,-18 0 0,26 0 0,2-1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0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24575,'4'29'0,"3"-7"0,-2 42 0,3 33 0,2-32 0,5 13 0,2 11 0,3 8 0,1 5 0,0 1 0,0 0 0,-3-5 0,-2-8-438,-1 4 0,-3-4 0,0-1 0,-1-2 1,0 1-1,1 3 0,3 4 438,1-2 0,2 6 0,2 4 0,1 2 0,0-1 0,-1-3 0,-2-6 0,-1-8 0,-4-9 241,0 18 1,-3-4 0,-1-19 0,1-34-242,0-34 0,-9 0 0,6-12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1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24575,'0'10'0,"6"30"0,-1 19 0,3 23 0,4 9 0,1-18 0,4 8 0,3 5 0,1 5 0,-1 2 0,-1 1-455,-5-7 1,0 4-1,0 3 1,-1 1 0,0 1-1,0 0 1,1-2 0,0-2 454,3 5 0,0 0 0,1 0 0,1-2 0,-2-2 0,0-3 0,-2-2 0,1 14 0,-1 1 0,-1-5 0,-2-11 0,-3-14 566,-5 1 1,1-19-567,10-11 596,-3-23-596,3 16 0,-8-24 0,-4-9 0,-3-1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2.5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87 0 24575,'-5'85'0,"0"0"0,-1-1 0,3 4 0,0 5 0,0 4 0,0 7 0,1-23 0,-1 5 0,1 3 0,-1 2 0,1 2 0,-1 0 0,1-1-499,-1 3 0,1 2 0,-1 1 0,0 0 1,1 0-1,0 0 0,0-1 499,0-2 0,0 2 0,1-1 0,0 0 0,-1-2 0,1-2 0,0-4 0,-1 14 0,1-1 0,0-5 0,-1-4 0,0-7 364,0 15 0,-1-9 0,1-11-364,4-6 0,0-27 0,-2-42 0,0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3.4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96 1 24575,'15'79'0,"0"1"0,-12-11 0,-3 4 0,0 10 0,2-10 0,0 8 0,0 6 0,0 3 0,0 3 0,-1 1-697,-1-1 1,0 4 0,0 2 0,-1 1 0,1 2 0,-1 2 0,1 0 696,1-15 0,-1 1 0,1 1 0,0 1 0,0 1 0,-1 1 0,0 0 0,0 1 0,-2 1 0,0-3 0,-1 3 0,-1 1 0,0 2 0,-1-1 0,0 0 0,1-2 0,-1-2 0,1-4 0,0-4 237,0 21 1,1-5 0,0-4 0,-1-2 0,-1-2 0,-1-1-238,-4 10 0,-2 2 0,-1-4 0,1-9 0,2-14 0,-1 9 0,5-22 803,6-25-803,7-13 0,-6 4 0,2 3 0,-3-14 0,0-17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4.1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24575,'74'8'0,"-1"1"0,0 0 0,29 3 0,-32-4 0,-64-8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4.9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98 14582,'0'-11'0,"0"-3"4168,0 12-4168,4 0 1730,-4 3-1730,53-6 0,35-3 313,-1 2 0,10 1 0,1 0-313,1-2 0,1 0 0,-2 0 526,-2 2 0,0 1 0,-16 1 0,17-1 0,-97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1:55.5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0 250 24575,'33'-4'0,"65"-13"0,-21-1 0,13-3 0,-1-1 0,-7 2 0,0-1 0,-1 0 0,2-2 0,0-1 0,-11 2 0,-7 3 0,-22 4 0,-37 12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2:12.9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1 726 24575,'41'74'0,"0"1"0,27-41 0,20-15 0,26-2 0,-55-8 0,8 0 0,6-1 0,6 0 0,7 0 0,4-1 0,5 0 0,4 0 0,3-1 0,3 0 0,3 0 0,2-1 0,1 0 0,1-1 0,0 1 0,-1-2 0,0 1-328,-26-2 0,1 0 0,2-1 1,2 0-1,1 0 0,1-1 1,2 0-1,0 0 0,2 0 1,1-1-1,1 1 0,1-1 1,0-1-1,2 1 0,0 0 1,1-1-1,0 0 0,1 0 1,0 0-1,0 0 0,1 0 1,0 0-1,0 0 0,0 0 1,0 0-1,0 0 0,-1 0 1,1 0-1,-1 1 0,0-1 285,-8 0 0,1 1 1,1-1-1,0 0 1,0 0-1,2 0 1,-1-1-1,1 1 0,0-1 1,1 1-1,0-1 1,0 1-1,1-1 1,-1 0-1,1 1 1,0-1-1,0 0 0,-1 1 1,1-1-1,0 0 1,0 1-1,-1-1 1,0 1-1,0-1 1,0 1-1,0 0 0,-1 0 1,0 0-1,-1 0 1,0 0-1,0 1 1,-1-1-1,-1 1 1,0 0-1,-1 0-11,7 0 1,0 0 0,1 0 0,0 1 0,1-1 0,-1 0 0,1 1 0,0-1 0,-1 1 0,1 0 0,-1 0 0,-1-1 0,1 1 0,-1 0 0,-1 1 0,-1-1 0,0 0 0,-1 1 0,-1 0 0,-2 0 0,0 0 0,-2 0-1,-1 0 1,-1 1 0,-2-1 0,-1 1 0,-2 0 0,-2 0 0,-2 1 0,-1-1 53,31 2 0,1-1 0,0 0 0,-1-1 0,-1 1 0,-3 0 0,-3 1 0,-3 0 0,-5 1 0,-5 1 0,-5 2 0,-8 1 0,-7 1 0,-7 3 0,-10 1 713,39 20 0,-24 5 0,-31 6-713,-41 11 0,-20-1 0,-13 7 0,45-58 0,32-15 0,33-17 0,24-12 0,14-4 0,4 1 0,-4 8 0,-28 14 0,3 0 0,3 3 0,4 0 0,2 0 0,2 1 0,3 1 0,1-2 0,1 1 0,2-2 133,-21 4 1,2-1-1,2-1 1,1 1 0,2-2-1,1 1 1,0 0-1,2 0 1,0 1 0,0-1-1,0 2 1,0 0-1,0 1 1,-1 1 0,-1 1-134,1 2 0,-1 0 0,1 2 0,1 0 0,0 1 0,0 0 0,-1 1 0,1 1 0,-1-1 0,0 1 0,-1 0 0,-1-1 0,-1 1 0,-1-1 0,-1-1 0,9 0 0,-1 0 0,-1 1 0,0 0 0,-2 0 0,0-1 0,-1 1 0,-1-1 0,0-1 0,0-2 0,-1 0 0,-1-1 0,5-3 0,0 0 0,1-2 0,0 0 0,-1-2 0,-2 0 0,-1 0 0,-3-1 0,-3-1 0,-5 0 0,-3 1 802,18-9 0,-8 0 0,-4-1 1,-3-1-1,-1 0 0,2 1-802,7-1 0,10-3 0,0 0 0,-11 2 0,-23 7 0,-32 9 0,-30 10 0,0 13 0,-1-5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1:02:14.0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0 945 24575,'82'-55'0,"0"-1"0,-1 0 0,-5 7 0,5-2 0,4-1 0,2 0 0,-1 0 0,-12 10 0,1-1 0,0 1 0,1 0 0,-2 0 0,-1 2 0,7-7 0,2-1 0,-3 1 0,-5 6 0,-10 8 0,21-5 0,-29 21 0,-45 23 0,-7-4 0,3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6C062-F45C-3641-A6F7-4C8AD4D9A39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CFB78-60CA-7F40-8828-5AC02B5A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1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CFB78-60CA-7F40-8828-5AC02B5A12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64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069F3-9FAA-2446-81DC-30D628AFA806}" type="slidenum">
              <a:rPr lang="en-US" altLang="zh-CN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29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069F3-9FAA-2446-81DC-30D628AFA806}" type="slidenum"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393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069F3-9FAA-2446-81DC-30D628AFA806}" type="slidenum">
              <a:rPr lang="en-US" altLang="zh-CN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3457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CFB78-60CA-7F40-8828-5AC02B5A127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02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CFB78-60CA-7F40-8828-5AC02B5A127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16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CFB78-60CA-7F40-8828-5AC02B5A127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63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CFB78-60CA-7F40-8828-5AC02B5A127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0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0B63-B079-FC4F-8A7B-E2AF09D5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CEFDC-5764-7242-BB13-36FDDBFF5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D927-72D3-C84B-A420-F3A41C80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A6F7-A2F4-8D43-A01D-BD9D090DEEE1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C960-4215-994C-BE3A-A98F639C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7B652-5788-9E49-9528-9DCB0B05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2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41F3-6D70-9B48-824E-5021271B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124C-3720-7C41-A72B-2CFECE506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4760-8234-A740-B000-8B9A8285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48C60-8B6F-9848-A2E0-BAABA1AF09C1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632A2-8FB3-DC46-8E27-C397BDD5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E2B53-9188-5549-B9BD-29AC08F4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1DAD-AD12-B746-B4DA-E18D77D8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2F326-7EC6-A946-B6A5-C23BAB24E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36640-81ED-C042-8EE0-4065F202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B953-3B49-6B47-9CB5-3E1FD9073EE8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7B04F-93E2-7244-9A1B-4C23AE99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A474-8D71-204F-9C9C-377BADAD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4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EB6A-E8A9-1644-AC72-8199986B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0726F-46FE-B141-AB15-81D400469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9C8A6-187D-F443-A3F0-F114CD3F5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14D33-1D10-174B-BA03-879C1DDC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3CD76-5437-244B-83D2-FBD214857B38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64DDC-57D4-6440-B0A2-822115F8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95ABD-28DF-A949-8575-1E4C1694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1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284A-23AD-A84F-88F5-D3653A4B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0DA0D-0EAC-BC44-9FB6-713EB9BD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5B310-2147-EE4E-B3E4-65C75066C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FE6C0-6634-7B40-9C23-1EA4B8163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14F61-5036-494C-BB21-1C62CF07C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6A6F1-92DC-5543-9D1B-362CB88E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664C-52E6-8248-86BC-E7540499BB17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8099F-61D4-5F4C-AA61-854A50F1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D5041-A591-4C42-A65F-7F4C315A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6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F8DD-FF17-4F4C-B4C3-7C81CCD4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C87D1-1413-0045-BA2B-49A7C1CD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67FB5-31AA-674A-B068-ED158D7FE86B}" type="datetime1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CA35D-5EC8-A246-9E80-209A072A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6B2E0-F8B4-F049-9323-A0EFAEC6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9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0789C-B527-0540-A4C4-4A524703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0654-E09F-0F40-9F53-6231D8F017AA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53AD91-1925-9949-B6E4-33E018C4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BD084-17BE-A346-AAF7-087B7850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0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C25E-6EAB-5744-9C1F-4391658F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2B40-F3F7-2C48-8EFA-316758173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C8F2-EEE3-B24C-ACC2-AADD36458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3E83E-7CDC-B84B-8C2F-4BD5B400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B3057-B7E5-E74F-BC13-F5A4A9712C60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34F4E-80F5-854A-8EBE-0470CEC1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72576-81F3-8A47-AAB1-2BC8DDC5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9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7D56-BD1D-0949-8CC1-281B0156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9C339-8EAA-CD43-987A-6BF0FD769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9D8B2-4354-BD46-AAEE-28541E7F5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B5ED1-47D9-2B4F-A2FF-BDBCA66E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A434-7F55-D44C-9657-2EAD70A97808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053EB-5917-A444-BF58-EA5824E2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7591C-B7D7-394B-A299-3C885F8C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5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F98F-8BAF-B44A-99A0-444C53E9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7CCAB-7DF9-0945-9498-B7FD7F6FB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628D-94AC-4F4B-8C23-1BFC8BC0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6E4-0E4D-694C-9C8D-2939774A63AD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41ADB-AE17-F347-A4DC-C766BB70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74B22-ACE8-3E4F-86A3-8CB70A60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18637-ECBD-DC49-8FDC-12EEB481D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EEADF-2BFF-1B46-A725-F574FA33F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3C8B8-7208-3D47-8CF4-348CB2B4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D3C32-E5E0-134D-8DF5-5535707AB546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8E22B-0206-5242-9202-1F52E6A2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76ED6-1990-BE43-8336-37E2A20D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8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5FFD0-B409-FE47-AF3F-4743AC3C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EF156-C014-8242-8E35-98A39F99A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6E34C-5B96-DC41-B7B3-0B3EC6B69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 Regular" panose="02000503000000020004" pitchFamily="2" charset="0"/>
              </a:defRPr>
            </a:lvl1pPr>
          </a:lstStyle>
          <a:p>
            <a:fld id="{5D87F632-E4A9-D04C-8435-13CE580C4E79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A7DAF-EAC3-2E43-9FE1-828D7748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 Regular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5DD8A-5EDE-0C44-A45E-9583DCBB0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 Regular" panose="02000503000000020004" pitchFamily="2" charset="0"/>
              </a:defRPr>
            </a:lvl1pPr>
          </a:lstStyle>
          <a:p>
            <a:fld id="{91500298-9525-1041-982D-925C94378C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5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Futura Medium" panose="020B0602020204020303" pitchFamily="34" charset="-79"/>
          <a:ea typeface="+mj-ea"/>
          <a:cs typeface="Futura Medium" panose="020B06020202040203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Gill Sans" panose="020B0502020104020203" pitchFamily="34" charset="-79"/>
          <a:ea typeface="+mn-ea"/>
          <a:cs typeface="Gill Sans" panose="020B05020201040202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b="0" i="0" kern="1200">
          <a:solidFill>
            <a:schemeClr val="tx1"/>
          </a:solidFill>
          <a:latin typeface="Gill Sans" panose="020B0502020104020203" pitchFamily="34" charset="-79"/>
          <a:ea typeface="+mn-ea"/>
          <a:cs typeface="Gill Sans" panose="020B0502020104020203" pitchFamily="34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Gill Sans Light" panose="020B0302020104020203" pitchFamily="34" charset="-79"/>
          <a:ea typeface="+mn-ea"/>
          <a:cs typeface="Gill Sans Light" panose="020B0302020104020203" pitchFamily="34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Light" panose="020B0302020104020203" pitchFamily="34" charset="-79"/>
          <a:ea typeface="+mn-ea"/>
          <a:cs typeface="Gill Sans Light" panose="020B0302020104020203" pitchFamily="34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Gill Sans Light" panose="020B0302020104020203" pitchFamily="34" charset="-79"/>
          <a:ea typeface="+mn-ea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0.png"/><Relationship Id="rId4" Type="http://schemas.openxmlformats.org/officeDocument/2006/relationships/image" Target="../media/image15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0.png"/><Relationship Id="rId4" Type="http://schemas.openxmlformats.org/officeDocument/2006/relationships/image" Target="../media/image15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290.png"/><Relationship Id="rId42" Type="http://schemas.openxmlformats.org/officeDocument/2006/relationships/customXml" Target="../ink/ink21.xml"/><Relationship Id="rId47" Type="http://schemas.openxmlformats.org/officeDocument/2006/relationships/image" Target="../media/image42.png"/><Relationship Id="rId63" Type="http://schemas.openxmlformats.org/officeDocument/2006/relationships/customXml" Target="../ink/ink32.xml"/><Relationship Id="rId68" Type="http://schemas.openxmlformats.org/officeDocument/2006/relationships/image" Target="../media/image52.png"/><Relationship Id="rId84" Type="http://schemas.openxmlformats.org/officeDocument/2006/relationships/image" Target="../media/image60.png"/><Relationship Id="rId16" Type="http://schemas.openxmlformats.org/officeDocument/2006/relationships/customXml" Target="../ink/ink8.xml"/><Relationship Id="rId11" Type="http://schemas.openxmlformats.org/officeDocument/2006/relationships/image" Target="../media/image240.png"/><Relationship Id="rId32" Type="http://schemas.openxmlformats.org/officeDocument/2006/relationships/customXml" Target="../ink/ink16.xml"/><Relationship Id="rId37" Type="http://schemas.openxmlformats.org/officeDocument/2006/relationships/image" Target="../media/image37.png"/><Relationship Id="rId53" Type="http://schemas.openxmlformats.org/officeDocument/2006/relationships/customXml" Target="../ink/ink27.xml"/><Relationship Id="rId58" Type="http://schemas.openxmlformats.org/officeDocument/2006/relationships/image" Target="../media/image47.png"/><Relationship Id="rId74" Type="http://schemas.openxmlformats.org/officeDocument/2006/relationships/image" Target="../media/image55.png"/><Relationship Id="rId79" Type="http://schemas.openxmlformats.org/officeDocument/2006/relationships/customXml" Target="../ink/ink40.xml"/><Relationship Id="rId5" Type="http://schemas.openxmlformats.org/officeDocument/2006/relationships/image" Target="../media/image210.png"/><Relationship Id="rId19" Type="http://schemas.openxmlformats.org/officeDocument/2006/relationships/image" Target="../media/image28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2.png"/><Relationship Id="rId30" Type="http://schemas.openxmlformats.org/officeDocument/2006/relationships/customXml" Target="../ink/ink15.xml"/><Relationship Id="rId35" Type="http://schemas.openxmlformats.org/officeDocument/2006/relationships/image" Target="../media/image36.png"/><Relationship Id="rId43" Type="http://schemas.openxmlformats.org/officeDocument/2006/relationships/image" Target="../media/image40.png"/><Relationship Id="rId48" Type="http://schemas.openxmlformats.org/officeDocument/2006/relationships/customXml" Target="../ink/ink24.xml"/><Relationship Id="rId56" Type="http://schemas.openxmlformats.org/officeDocument/2006/relationships/image" Target="../media/image46.png"/><Relationship Id="rId64" Type="http://schemas.openxmlformats.org/officeDocument/2006/relationships/image" Target="../media/image50.png"/><Relationship Id="rId69" Type="http://schemas.openxmlformats.org/officeDocument/2006/relationships/customXml" Target="../ink/ink35.xml"/><Relationship Id="rId77" Type="http://schemas.openxmlformats.org/officeDocument/2006/relationships/customXml" Target="../ink/ink39.xml"/><Relationship Id="rId8" Type="http://schemas.openxmlformats.org/officeDocument/2006/relationships/customXml" Target="../ink/ink4.xml"/><Relationship Id="rId51" Type="http://schemas.openxmlformats.org/officeDocument/2006/relationships/image" Target="../media/image44.png"/><Relationship Id="rId72" Type="http://schemas.openxmlformats.org/officeDocument/2006/relationships/image" Target="../media/image54.png"/><Relationship Id="rId80" Type="http://schemas.openxmlformats.org/officeDocument/2006/relationships/image" Target="../media/image58.png"/><Relationship Id="rId85" Type="http://schemas.openxmlformats.org/officeDocument/2006/relationships/customXml" Target="../ink/ink43.xml"/><Relationship Id="rId3" Type="http://schemas.openxmlformats.org/officeDocument/2006/relationships/image" Target="../media/image200.png"/><Relationship Id="rId12" Type="http://schemas.openxmlformats.org/officeDocument/2006/relationships/customXml" Target="../ink/ink6.xml"/><Relationship Id="rId17" Type="http://schemas.openxmlformats.org/officeDocument/2006/relationships/image" Target="../media/image270.png"/><Relationship Id="rId25" Type="http://schemas.openxmlformats.org/officeDocument/2006/relationships/image" Target="../media/image31.png"/><Relationship Id="rId33" Type="http://schemas.openxmlformats.org/officeDocument/2006/relationships/image" Target="../media/image35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image" Target="../media/image39.png"/><Relationship Id="rId54" Type="http://schemas.openxmlformats.org/officeDocument/2006/relationships/image" Target="../media/image45.png"/><Relationship Id="rId62" Type="http://schemas.openxmlformats.org/officeDocument/2006/relationships/image" Target="../media/image49.png"/><Relationship Id="rId70" Type="http://schemas.openxmlformats.org/officeDocument/2006/relationships/image" Target="../media/image53.png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260.png"/><Relationship Id="rId23" Type="http://schemas.openxmlformats.org/officeDocument/2006/relationships/image" Target="../media/image30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43.png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34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image" Target="../media/image48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57.png"/><Relationship Id="rId81" Type="http://schemas.openxmlformats.org/officeDocument/2006/relationships/customXml" Target="../ink/ink41.xml"/><Relationship Id="rId86" Type="http://schemas.openxmlformats.org/officeDocument/2006/relationships/image" Target="../media/image61.png"/><Relationship Id="rId4" Type="http://schemas.openxmlformats.org/officeDocument/2006/relationships/customXml" Target="../ink/ink2.xml"/><Relationship Id="rId9" Type="http://schemas.openxmlformats.org/officeDocument/2006/relationships/image" Target="../media/image230.png"/><Relationship Id="rId13" Type="http://schemas.openxmlformats.org/officeDocument/2006/relationships/image" Target="../media/image250.png"/><Relationship Id="rId18" Type="http://schemas.openxmlformats.org/officeDocument/2006/relationships/customXml" Target="../ink/ink9.xml"/><Relationship Id="rId39" Type="http://schemas.openxmlformats.org/officeDocument/2006/relationships/image" Target="../media/image38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image" Target="../media/image56.png"/><Relationship Id="rId7" Type="http://schemas.openxmlformats.org/officeDocument/2006/relationships/image" Target="../media/image220.png"/><Relationship Id="rId71" Type="http://schemas.openxmlformats.org/officeDocument/2006/relationships/customXml" Target="../ink/ink36.xml"/><Relationship Id="rId2" Type="http://schemas.openxmlformats.org/officeDocument/2006/relationships/customXml" Target="../ink/ink1.xml"/><Relationship Id="rId29" Type="http://schemas.openxmlformats.org/officeDocument/2006/relationships/image" Target="../media/image33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41.png"/><Relationship Id="rId66" Type="http://schemas.openxmlformats.org/officeDocument/2006/relationships/image" Target="../media/image51.png"/><Relationship Id="rId61" Type="http://schemas.openxmlformats.org/officeDocument/2006/relationships/customXml" Target="../ink/ink31.xml"/><Relationship Id="rId82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.png"/><Relationship Id="rId21" Type="http://schemas.openxmlformats.org/officeDocument/2006/relationships/image" Target="../media/image71.png"/><Relationship Id="rId42" Type="http://schemas.openxmlformats.org/officeDocument/2006/relationships/customXml" Target="../ink/ink64.xml"/><Relationship Id="rId63" Type="http://schemas.openxmlformats.org/officeDocument/2006/relationships/image" Target="../media/image92.png"/><Relationship Id="rId84" Type="http://schemas.openxmlformats.org/officeDocument/2006/relationships/customXml" Target="../ink/ink85.xml"/><Relationship Id="rId138" Type="http://schemas.openxmlformats.org/officeDocument/2006/relationships/customXml" Target="../ink/ink112.xml"/><Relationship Id="rId159" Type="http://schemas.openxmlformats.org/officeDocument/2006/relationships/image" Target="../media/image140.png"/><Relationship Id="rId107" Type="http://schemas.openxmlformats.org/officeDocument/2006/relationships/image" Target="../media/image114.png"/><Relationship Id="rId11" Type="http://schemas.openxmlformats.org/officeDocument/2006/relationships/image" Target="../media/image66.png"/><Relationship Id="rId32" Type="http://schemas.openxmlformats.org/officeDocument/2006/relationships/customXml" Target="../ink/ink59.xml"/><Relationship Id="rId53" Type="http://schemas.openxmlformats.org/officeDocument/2006/relationships/image" Target="../media/image87.png"/><Relationship Id="rId74" Type="http://schemas.openxmlformats.org/officeDocument/2006/relationships/customXml" Target="../ink/ink80.xml"/><Relationship Id="rId128" Type="http://schemas.openxmlformats.org/officeDocument/2006/relationships/customXml" Target="../ink/ink107.xml"/><Relationship Id="rId149" Type="http://schemas.openxmlformats.org/officeDocument/2006/relationships/image" Target="../media/image135.png"/><Relationship Id="rId5" Type="http://schemas.openxmlformats.org/officeDocument/2006/relationships/image" Target="../media/image63.png"/><Relationship Id="rId95" Type="http://schemas.openxmlformats.org/officeDocument/2006/relationships/image" Target="../media/image108.png"/><Relationship Id="rId160" Type="http://schemas.openxmlformats.org/officeDocument/2006/relationships/customXml" Target="../ink/ink123.xml"/><Relationship Id="rId22" Type="http://schemas.openxmlformats.org/officeDocument/2006/relationships/customXml" Target="../ink/ink54.xml"/><Relationship Id="rId43" Type="http://schemas.openxmlformats.org/officeDocument/2006/relationships/image" Target="../media/image82.png"/><Relationship Id="rId64" Type="http://schemas.openxmlformats.org/officeDocument/2006/relationships/customXml" Target="../ink/ink75.xml"/><Relationship Id="rId118" Type="http://schemas.openxmlformats.org/officeDocument/2006/relationships/customXml" Target="../ink/ink102.xml"/><Relationship Id="rId139" Type="http://schemas.openxmlformats.org/officeDocument/2006/relationships/image" Target="../media/image130.png"/><Relationship Id="rId85" Type="http://schemas.openxmlformats.org/officeDocument/2006/relationships/image" Target="../media/image103.png"/><Relationship Id="rId150" Type="http://schemas.openxmlformats.org/officeDocument/2006/relationships/customXml" Target="../ink/ink118.xml"/><Relationship Id="rId12" Type="http://schemas.openxmlformats.org/officeDocument/2006/relationships/customXml" Target="../ink/ink49.xml"/><Relationship Id="rId17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customXml" Target="../ink/ink62.xml"/><Relationship Id="rId59" Type="http://schemas.openxmlformats.org/officeDocument/2006/relationships/image" Target="../media/image90.png"/><Relationship Id="rId103" Type="http://schemas.openxmlformats.org/officeDocument/2006/relationships/image" Target="../media/image112.png"/><Relationship Id="rId108" Type="http://schemas.openxmlformats.org/officeDocument/2006/relationships/customXml" Target="../ink/ink97.xml"/><Relationship Id="rId124" Type="http://schemas.openxmlformats.org/officeDocument/2006/relationships/customXml" Target="../ink/ink105.xml"/><Relationship Id="rId129" Type="http://schemas.openxmlformats.org/officeDocument/2006/relationships/image" Target="../media/image125.png"/><Relationship Id="rId54" Type="http://schemas.openxmlformats.org/officeDocument/2006/relationships/customXml" Target="../ink/ink70.xml"/><Relationship Id="rId70" Type="http://schemas.openxmlformats.org/officeDocument/2006/relationships/customXml" Target="../ink/ink78.xml"/><Relationship Id="rId75" Type="http://schemas.openxmlformats.org/officeDocument/2006/relationships/image" Target="../media/image98.png"/><Relationship Id="rId91" Type="http://schemas.openxmlformats.org/officeDocument/2006/relationships/image" Target="../media/image106.png"/><Relationship Id="rId96" Type="http://schemas.openxmlformats.org/officeDocument/2006/relationships/customXml" Target="../ink/ink91.xml"/><Relationship Id="rId140" Type="http://schemas.openxmlformats.org/officeDocument/2006/relationships/customXml" Target="../ink/ink113.xml"/><Relationship Id="rId145" Type="http://schemas.openxmlformats.org/officeDocument/2006/relationships/image" Target="../media/image133.png"/><Relationship Id="rId161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6.xml"/><Relationship Id="rId23" Type="http://schemas.openxmlformats.org/officeDocument/2006/relationships/image" Target="../media/image72.png"/><Relationship Id="rId28" Type="http://schemas.openxmlformats.org/officeDocument/2006/relationships/customXml" Target="../ink/ink57.xml"/><Relationship Id="rId49" Type="http://schemas.openxmlformats.org/officeDocument/2006/relationships/image" Target="../media/image85.png"/><Relationship Id="rId114" Type="http://schemas.openxmlformats.org/officeDocument/2006/relationships/customXml" Target="../ink/ink100.xml"/><Relationship Id="rId119" Type="http://schemas.openxmlformats.org/officeDocument/2006/relationships/image" Target="../media/image120.png"/><Relationship Id="rId44" Type="http://schemas.openxmlformats.org/officeDocument/2006/relationships/customXml" Target="../ink/ink65.xml"/><Relationship Id="rId60" Type="http://schemas.openxmlformats.org/officeDocument/2006/relationships/customXml" Target="../ink/ink73.xml"/><Relationship Id="rId65" Type="http://schemas.openxmlformats.org/officeDocument/2006/relationships/image" Target="../media/image93.png"/><Relationship Id="rId81" Type="http://schemas.openxmlformats.org/officeDocument/2006/relationships/image" Target="../media/image101.png"/><Relationship Id="rId86" Type="http://schemas.openxmlformats.org/officeDocument/2006/relationships/customXml" Target="../ink/ink86.xml"/><Relationship Id="rId130" Type="http://schemas.openxmlformats.org/officeDocument/2006/relationships/customXml" Target="../ink/ink108.xml"/><Relationship Id="rId135" Type="http://schemas.openxmlformats.org/officeDocument/2006/relationships/image" Target="../media/image128.png"/><Relationship Id="rId151" Type="http://schemas.openxmlformats.org/officeDocument/2006/relationships/image" Target="../media/image136.png"/><Relationship Id="rId156" Type="http://schemas.openxmlformats.org/officeDocument/2006/relationships/customXml" Target="../ink/ink121.xml"/><Relationship Id="rId13" Type="http://schemas.openxmlformats.org/officeDocument/2006/relationships/image" Target="../media/image67.png"/><Relationship Id="rId18" Type="http://schemas.openxmlformats.org/officeDocument/2006/relationships/customXml" Target="../ink/ink52.xml"/><Relationship Id="rId39" Type="http://schemas.openxmlformats.org/officeDocument/2006/relationships/image" Target="../media/image80.png"/><Relationship Id="rId109" Type="http://schemas.openxmlformats.org/officeDocument/2006/relationships/image" Target="../media/image115.png"/><Relationship Id="rId34" Type="http://schemas.openxmlformats.org/officeDocument/2006/relationships/customXml" Target="../ink/ink60.xml"/><Relationship Id="rId50" Type="http://schemas.openxmlformats.org/officeDocument/2006/relationships/customXml" Target="../ink/ink68.xml"/><Relationship Id="rId55" Type="http://schemas.openxmlformats.org/officeDocument/2006/relationships/image" Target="../media/image88.png"/><Relationship Id="rId76" Type="http://schemas.openxmlformats.org/officeDocument/2006/relationships/customXml" Target="../ink/ink81.xml"/><Relationship Id="rId97" Type="http://schemas.openxmlformats.org/officeDocument/2006/relationships/image" Target="../media/image109.png"/><Relationship Id="rId104" Type="http://schemas.openxmlformats.org/officeDocument/2006/relationships/customXml" Target="../ink/ink95.xml"/><Relationship Id="rId120" Type="http://schemas.openxmlformats.org/officeDocument/2006/relationships/customXml" Target="../ink/ink103.xml"/><Relationship Id="rId125" Type="http://schemas.openxmlformats.org/officeDocument/2006/relationships/image" Target="../media/image123.png"/><Relationship Id="rId141" Type="http://schemas.openxmlformats.org/officeDocument/2006/relationships/image" Target="../media/image131.png"/><Relationship Id="rId146" Type="http://schemas.openxmlformats.org/officeDocument/2006/relationships/customXml" Target="../ink/ink116.xml"/><Relationship Id="rId7" Type="http://schemas.openxmlformats.org/officeDocument/2006/relationships/image" Target="../media/image64.png"/><Relationship Id="rId71" Type="http://schemas.openxmlformats.org/officeDocument/2006/relationships/image" Target="../media/image96.png"/><Relationship Id="rId92" Type="http://schemas.openxmlformats.org/officeDocument/2006/relationships/customXml" Target="../ink/ink89.xml"/><Relationship Id="rId2" Type="http://schemas.openxmlformats.org/officeDocument/2006/relationships/customXml" Target="../ink/ink44.xml"/><Relationship Id="rId29" Type="http://schemas.openxmlformats.org/officeDocument/2006/relationships/image" Target="../media/image75.png"/><Relationship Id="rId24" Type="http://schemas.openxmlformats.org/officeDocument/2006/relationships/customXml" Target="../ink/ink55.xml"/><Relationship Id="rId40" Type="http://schemas.openxmlformats.org/officeDocument/2006/relationships/customXml" Target="../ink/ink63.xml"/><Relationship Id="rId45" Type="http://schemas.openxmlformats.org/officeDocument/2006/relationships/image" Target="../media/image83.png"/><Relationship Id="rId66" Type="http://schemas.openxmlformats.org/officeDocument/2006/relationships/customXml" Target="../ink/ink76.xml"/><Relationship Id="rId87" Type="http://schemas.openxmlformats.org/officeDocument/2006/relationships/image" Target="../media/image104.png"/><Relationship Id="rId110" Type="http://schemas.openxmlformats.org/officeDocument/2006/relationships/customXml" Target="../ink/ink98.xml"/><Relationship Id="rId115" Type="http://schemas.openxmlformats.org/officeDocument/2006/relationships/image" Target="../media/image118.png"/><Relationship Id="rId131" Type="http://schemas.openxmlformats.org/officeDocument/2006/relationships/image" Target="../media/image126.png"/><Relationship Id="rId136" Type="http://schemas.openxmlformats.org/officeDocument/2006/relationships/customXml" Target="../ink/ink111.xml"/><Relationship Id="rId157" Type="http://schemas.openxmlformats.org/officeDocument/2006/relationships/image" Target="../media/image139.png"/><Relationship Id="rId61" Type="http://schemas.openxmlformats.org/officeDocument/2006/relationships/image" Target="../media/image91.png"/><Relationship Id="rId82" Type="http://schemas.openxmlformats.org/officeDocument/2006/relationships/customXml" Target="../ink/ink84.xml"/><Relationship Id="rId152" Type="http://schemas.openxmlformats.org/officeDocument/2006/relationships/customXml" Target="../ink/ink119.xml"/><Relationship Id="rId19" Type="http://schemas.openxmlformats.org/officeDocument/2006/relationships/image" Target="../media/image70.png"/><Relationship Id="rId14" Type="http://schemas.openxmlformats.org/officeDocument/2006/relationships/customXml" Target="../ink/ink50.xml"/><Relationship Id="rId30" Type="http://schemas.openxmlformats.org/officeDocument/2006/relationships/customXml" Target="../ink/ink58.xml"/><Relationship Id="rId35" Type="http://schemas.openxmlformats.org/officeDocument/2006/relationships/image" Target="../media/image78.png"/><Relationship Id="rId56" Type="http://schemas.openxmlformats.org/officeDocument/2006/relationships/customXml" Target="../ink/ink71.xml"/><Relationship Id="rId77" Type="http://schemas.openxmlformats.org/officeDocument/2006/relationships/image" Target="../media/image99.png"/><Relationship Id="rId100" Type="http://schemas.openxmlformats.org/officeDocument/2006/relationships/customXml" Target="../ink/ink93.xml"/><Relationship Id="rId105" Type="http://schemas.openxmlformats.org/officeDocument/2006/relationships/image" Target="../media/image113.png"/><Relationship Id="rId126" Type="http://schemas.openxmlformats.org/officeDocument/2006/relationships/customXml" Target="../ink/ink106.xml"/><Relationship Id="rId147" Type="http://schemas.openxmlformats.org/officeDocument/2006/relationships/image" Target="../media/image134.png"/><Relationship Id="rId8" Type="http://schemas.openxmlformats.org/officeDocument/2006/relationships/customXml" Target="../ink/ink47.xml"/><Relationship Id="rId51" Type="http://schemas.openxmlformats.org/officeDocument/2006/relationships/image" Target="../media/image86.png"/><Relationship Id="rId72" Type="http://schemas.openxmlformats.org/officeDocument/2006/relationships/customXml" Target="../ink/ink79.xml"/><Relationship Id="rId93" Type="http://schemas.openxmlformats.org/officeDocument/2006/relationships/image" Target="../media/image107.png"/><Relationship Id="rId98" Type="http://schemas.openxmlformats.org/officeDocument/2006/relationships/customXml" Target="../ink/ink92.xml"/><Relationship Id="rId121" Type="http://schemas.openxmlformats.org/officeDocument/2006/relationships/image" Target="../media/image121.png"/><Relationship Id="rId142" Type="http://schemas.openxmlformats.org/officeDocument/2006/relationships/customXml" Target="../ink/ink114.xml"/><Relationship Id="rId3" Type="http://schemas.openxmlformats.org/officeDocument/2006/relationships/image" Target="../media/image62.png"/><Relationship Id="rId25" Type="http://schemas.openxmlformats.org/officeDocument/2006/relationships/image" Target="../media/image73.png"/><Relationship Id="rId46" Type="http://schemas.openxmlformats.org/officeDocument/2006/relationships/customXml" Target="../ink/ink66.xml"/><Relationship Id="rId67" Type="http://schemas.openxmlformats.org/officeDocument/2006/relationships/image" Target="../media/image94.png"/><Relationship Id="rId116" Type="http://schemas.openxmlformats.org/officeDocument/2006/relationships/customXml" Target="../ink/ink101.xml"/><Relationship Id="rId137" Type="http://schemas.openxmlformats.org/officeDocument/2006/relationships/image" Target="../media/image129.png"/><Relationship Id="rId158" Type="http://schemas.openxmlformats.org/officeDocument/2006/relationships/customXml" Target="../ink/ink122.xml"/><Relationship Id="rId20" Type="http://schemas.openxmlformats.org/officeDocument/2006/relationships/customXml" Target="../ink/ink53.xml"/><Relationship Id="rId41" Type="http://schemas.openxmlformats.org/officeDocument/2006/relationships/image" Target="../media/image81.png"/><Relationship Id="rId62" Type="http://schemas.openxmlformats.org/officeDocument/2006/relationships/customXml" Target="../ink/ink74.xml"/><Relationship Id="rId83" Type="http://schemas.openxmlformats.org/officeDocument/2006/relationships/image" Target="../media/image102.png"/><Relationship Id="rId88" Type="http://schemas.openxmlformats.org/officeDocument/2006/relationships/customXml" Target="../ink/ink87.xml"/><Relationship Id="rId111" Type="http://schemas.openxmlformats.org/officeDocument/2006/relationships/image" Target="../media/image116.png"/><Relationship Id="rId132" Type="http://schemas.openxmlformats.org/officeDocument/2006/relationships/customXml" Target="../ink/ink109.xml"/><Relationship Id="rId153" Type="http://schemas.openxmlformats.org/officeDocument/2006/relationships/image" Target="../media/image137.png"/><Relationship Id="rId15" Type="http://schemas.openxmlformats.org/officeDocument/2006/relationships/image" Target="../media/image68.png"/><Relationship Id="rId36" Type="http://schemas.openxmlformats.org/officeDocument/2006/relationships/customXml" Target="../ink/ink61.xml"/><Relationship Id="rId57" Type="http://schemas.openxmlformats.org/officeDocument/2006/relationships/image" Target="../media/image89.png"/><Relationship Id="rId106" Type="http://schemas.openxmlformats.org/officeDocument/2006/relationships/customXml" Target="../ink/ink96.xml"/><Relationship Id="rId127" Type="http://schemas.openxmlformats.org/officeDocument/2006/relationships/image" Target="../media/image124.png"/><Relationship Id="rId10" Type="http://schemas.openxmlformats.org/officeDocument/2006/relationships/customXml" Target="../ink/ink48.xml"/><Relationship Id="rId31" Type="http://schemas.openxmlformats.org/officeDocument/2006/relationships/image" Target="../media/image76.png"/><Relationship Id="rId52" Type="http://schemas.openxmlformats.org/officeDocument/2006/relationships/customXml" Target="../ink/ink69.xml"/><Relationship Id="rId73" Type="http://schemas.openxmlformats.org/officeDocument/2006/relationships/image" Target="../media/image97.png"/><Relationship Id="rId78" Type="http://schemas.openxmlformats.org/officeDocument/2006/relationships/customXml" Target="../ink/ink82.xml"/><Relationship Id="rId94" Type="http://schemas.openxmlformats.org/officeDocument/2006/relationships/customXml" Target="../ink/ink90.xml"/><Relationship Id="rId99" Type="http://schemas.openxmlformats.org/officeDocument/2006/relationships/image" Target="../media/image110.png"/><Relationship Id="rId101" Type="http://schemas.openxmlformats.org/officeDocument/2006/relationships/image" Target="../media/image111.png"/><Relationship Id="rId122" Type="http://schemas.openxmlformats.org/officeDocument/2006/relationships/customXml" Target="../ink/ink104.xml"/><Relationship Id="rId143" Type="http://schemas.openxmlformats.org/officeDocument/2006/relationships/image" Target="../media/image132.png"/><Relationship Id="rId148" Type="http://schemas.openxmlformats.org/officeDocument/2006/relationships/customXml" Target="../ink/ink117.xml"/><Relationship Id="rId4" Type="http://schemas.openxmlformats.org/officeDocument/2006/relationships/customXml" Target="../ink/ink45.xml"/><Relationship Id="rId9" Type="http://schemas.openxmlformats.org/officeDocument/2006/relationships/image" Target="../media/image65.png"/><Relationship Id="rId26" Type="http://schemas.openxmlformats.org/officeDocument/2006/relationships/customXml" Target="../ink/ink56.xml"/><Relationship Id="rId47" Type="http://schemas.openxmlformats.org/officeDocument/2006/relationships/image" Target="../media/image84.png"/><Relationship Id="rId68" Type="http://schemas.openxmlformats.org/officeDocument/2006/relationships/customXml" Target="../ink/ink77.xml"/><Relationship Id="rId89" Type="http://schemas.openxmlformats.org/officeDocument/2006/relationships/image" Target="../media/image105.png"/><Relationship Id="rId112" Type="http://schemas.openxmlformats.org/officeDocument/2006/relationships/customXml" Target="../ink/ink99.xml"/><Relationship Id="rId133" Type="http://schemas.openxmlformats.org/officeDocument/2006/relationships/image" Target="../media/image127.png"/><Relationship Id="rId154" Type="http://schemas.openxmlformats.org/officeDocument/2006/relationships/customXml" Target="../ink/ink120.xml"/><Relationship Id="rId16" Type="http://schemas.openxmlformats.org/officeDocument/2006/relationships/customXml" Target="../ink/ink51.xml"/><Relationship Id="rId37" Type="http://schemas.openxmlformats.org/officeDocument/2006/relationships/image" Target="../media/image79.png"/><Relationship Id="rId58" Type="http://schemas.openxmlformats.org/officeDocument/2006/relationships/customXml" Target="../ink/ink72.xml"/><Relationship Id="rId79" Type="http://schemas.openxmlformats.org/officeDocument/2006/relationships/image" Target="../media/image100.png"/><Relationship Id="rId102" Type="http://schemas.openxmlformats.org/officeDocument/2006/relationships/customXml" Target="../ink/ink94.xml"/><Relationship Id="rId123" Type="http://schemas.openxmlformats.org/officeDocument/2006/relationships/image" Target="../media/image122.png"/><Relationship Id="rId144" Type="http://schemas.openxmlformats.org/officeDocument/2006/relationships/customXml" Target="../ink/ink115.xml"/><Relationship Id="rId90" Type="http://schemas.openxmlformats.org/officeDocument/2006/relationships/customXml" Target="../ink/ink88.xml"/><Relationship Id="rId27" Type="http://schemas.openxmlformats.org/officeDocument/2006/relationships/image" Target="../media/image74.png"/><Relationship Id="rId48" Type="http://schemas.openxmlformats.org/officeDocument/2006/relationships/customXml" Target="../ink/ink67.xml"/><Relationship Id="rId69" Type="http://schemas.openxmlformats.org/officeDocument/2006/relationships/image" Target="../media/image95.png"/><Relationship Id="rId113" Type="http://schemas.openxmlformats.org/officeDocument/2006/relationships/image" Target="../media/image117.png"/><Relationship Id="rId134" Type="http://schemas.openxmlformats.org/officeDocument/2006/relationships/customXml" Target="../ink/ink110.xml"/><Relationship Id="rId80" Type="http://schemas.openxmlformats.org/officeDocument/2006/relationships/customXml" Target="../ink/ink83.xml"/><Relationship Id="rId155" Type="http://schemas.openxmlformats.org/officeDocument/2006/relationships/image" Target="../media/image1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customXml" Target="../ink/ink1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3" Type="http://schemas.openxmlformats.org/officeDocument/2006/relationships/image" Target="../media/image25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7.xml"/><Relationship Id="rId21" Type="http://schemas.openxmlformats.org/officeDocument/2006/relationships/image" Target="../media/image159.png"/><Relationship Id="rId42" Type="http://schemas.openxmlformats.org/officeDocument/2006/relationships/customXml" Target="../ink/ink145.xml"/><Relationship Id="rId47" Type="http://schemas.openxmlformats.org/officeDocument/2006/relationships/image" Target="../media/image171.png"/><Relationship Id="rId63" Type="http://schemas.openxmlformats.org/officeDocument/2006/relationships/image" Target="../media/image179.png"/><Relationship Id="rId68" Type="http://schemas.openxmlformats.org/officeDocument/2006/relationships/customXml" Target="../ink/ink158.xml"/><Relationship Id="rId7" Type="http://schemas.openxmlformats.org/officeDocument/2006/relationships/image" Target="../media/image152.png"/><Relationship Id="rId2" Type="http://schemas.openxmlformats.org/officeDocument/2006/relationships/customXml" Target="../ink/ink125.xml"/><Relationship Id="rId16" Type="http://schemas.openxmlformats.org/officeDocument/2006/relationships/customXml" Target="../ink/ink132.xml"/><Relationship Id="rId29" Type="http://schemas.openxmlformats.org/officeDocument/2006/relationships/image" Target="../media/image163.png"/><Relationship Id="rId11" Type="http://schemas.openxmlformats.org/officeDocument/2006/relationships/image" Target="../media/image154.png"/><Relationship Id="rId24" Type="http://schemas.openxmlformats.org/officeDocument/2006/relationships/customXml" Target="../ink/ink136.xml"/><Relationship Id="rId32" Type="http://schemas.openxmlformats.org/officeDocument/2006/relationships/customXml" Target="../ink/ink140.xml"/><Relationship Id="rId37" Type="http://schemas.openxmlformats.org/officeDocument/2006/relationships/image" Target="../media/image167.png"/><Relationship Id="rId40" Type="http://schemas.openxmlformats.org/officeDocument/2006/relationships/customXml" Target="../ink/ink144.xml"/><Relationship Id="rId45" Type="http://schemas.openxmlformats.org/officeDocument/2006/relationships/image" Target="../media/image142.png"/><Relationship Id="rId53" Type="http://schemas.openxmlformats.org/officeDocument/2006/relationships/image" Target="../media/image174.png"/><Relationship Id="rId58" Type="http://schemas.openxmlformats.org/officeDocument/2006/relationships/customXml" Target="../ink/ink153.xml"/><Relationship Id="rId66" Type="http://schemas.openxmlformats.org/officeDocument/2006/relationships/customXml" Target="../ink/ink157.xml"/><Relationship Id="rId5" Type="http://schemas.openxmlformats.org/officeDocument/2006/relationships/image" Target="../media/image151.png"/><Relationship Id="rId61" Type="http://schemas.openxmlformats.org/officeDocument/2006/relationships/image" Target="../media/image178.png"/><Relationship Id="rId19" Type="http://schemas.openxmlformats.org/officeDocument/2006/relationships/image" Target="../media/image158.png"/><Relationship Id="rId14" Type="http://schemas.openxmlformats.org/officeDocument/2006/relationships/customXml" Target="../ink/ink131.xml"/><Relationship Id="rId22" Type="http://schemas.openxmlformats.org/officeDocument/2006/relationships/customXml" Target="../ink/ink135.xml"/><Relationship Id="rId27" Type="http://schemas.openxmlformats.org/officeDocument/2006/relationships/image" Target="../media/image162.png"/><Relationship Id="rId30" Type="http://schemas.openxmlformats.org/officeDocument/2006/relationships/customXml" Target="../ink/ink139.xml"/><Relationship Id="rId35" Type="http://schemas.openxmlformats.org/officeDocument/2006/relationships/image" Target="../media/image166.png"/><Relationship Id="rId43" Type="http://schemas.openxmlformats.org/officeDocument/2006/relationships/image" Target="../media/image170.png"/><Relationship Id="rId48" Type="http://schemas.openxmlformats.org/officeDocument/2006/relationships/customXml" Target="../ink/ink148.xml"/><Relationship Id="rId56" Type="http://schemas.openxmlformats.org/officeDocument/2006/relationships/customXml" Target="../ink/ink152.xml"/><Relationship Id="rId64" Type="http://schemas.openxmlformats.org/officeDocument/2006/relationships/customXml" Target="../ink/ink156.xml"/><Relationship Id="rId69" Type="http://schemas.openxmlformats.org/officeDocument/2006/relationships/image" Target="../media/image182.png"/><Relationship Id="rId8" Type="http://schemas.openxmlformats.org/officeDocument/2006/relationships/customXml" Target="../ink/ink128.xml"/><Relationship Id="rId51" Type="http://schemas.openxmlformats.org/officeDocument/2006/relationships/image" Target="../media/image173.png"/><Relationship Id="rId3" Type="http://schemas.openxmlformats.org/officeDocument/2006/relationships/image" Target="../media/image150.png"/><Relationship Id="rId12" Type="http://schemas.openxmlformats.org/officeDocument/2006/relationships/customXml" Target="../ink/ink130.xml"/><Relationship Id="rId17" Type="http://schemas.openxmlformats.org/officeDocument/2006/relationships/image" Target="../media/image157.png"/><Relationship Id="rId25" Type="http://schemas.openxmlformats.org/officeDocument/2006/relationships/image" Target="../media/image161.png"/><Relationship Id="rId33" Type="http://schemas.openxmlformats.org/officeDocument/2006/relationships/image" Target="../media/image165.png"/><Relationship Id="rId38" Type="http://schemas.openxmlformats.org/officeDocument/2006/relationships/customXml" Target="../ink/ink143.xml"/><Relationship Id="rId46" Type="http://schemas.openxmlformats.org/officeDocument/2006/relationships/customXml" Target="../ink/ink147.xml"/><Relationship Id="rId59" Type="http://schemas.openxmlformats.org/officeDocument/2006/relationships/image" Target="../media/image177.png"/><Relationship Id="rId67" Type="http://schemas.openxmlformats.org/officeDocument/2006/relationships/image" Target="../media/image181.png"/><Relationship Id="rId20" Type="http://schemas.openxmlformats.org/officeDocument/2006/relationships/customXml" Target="../ink/ink134.xml"/><Relationship Id="rId41" Type="http://schemas.openxmlformats.org/officeDocument/2006/relationships/image" Target="../media/image169.png"/><Relationship Id="rId54" Type="http://schemas.openxmlformats.org/officeDocument/2006/relationships/customXml" Target="../ink/ink151.xml"/><Relationship Id="rId62" Type="http://schemas.openxmlformats.org/officeDocument/2006/relationships/customXml" Target="../ink/ink15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.xml"/><Relationship Id="rId15" Type="http://schemas.openxmlformats.org/officeDocument/2006/relationships/image" Target="../media/image156.png"/><Relationship Id="rId23" Type="http://schemas.openxmlformats.org/officeDocument/2006/relationships/image" Target="../media/image160.png"/><Relationship Id="rId28" Type="http://schemas.openxmlformats.org/officeDocument/2006/relationships/customXml" Target="../ink/ink138.xml"/><Relationship Id="rId36" Type="http://schemas.openxmlformats.org/officeDocument/2006/relationships/customXml" Target="../ink/ink142.xml"/><Relationship Id="rId49" Type="http://schemas.openxmlformats.org/officeDocument/2006/relationships/image" Target="../media/image172.png"/><Relationship Id="rId57" Type="http://schemas.openxmlformats.org/officeDocument/2006/relationships/image" Target="../media/image176.png"/><Relationship Id="rId10" Type="http://schemas.openxmlformats.org/officeDocument/2006/relationships/customXml" Target="../ink/ink129.xml"/><Relationship Id="rId31" Type="http://schemas.openxmlformats.org/officeDocument/2006/relationships/image" Target="../media/image164.png"/><Relationship Id="rId44" Type="http://schemas.openxmlformats.org/officeDocument/2006/relationships/customXml" Target="../ink/ink146.xml"/><Relationship Id="rId52" Type="http://schemas.openxmlformats.org/officeDocument/2006/relationships/customXml" Target="../ink/ink150.xml"/><Relationship Id="rId60" Type="http://schemas.openxmlformats.org/officeDocument/2006/relationships/customXml" Target="../ink/ink154.xml"/><Relationship Id="rId65" Type="http://schemas.openxmlformats.org/officeDocument/2006/relationships/image" Target="../media/image180.png"/><Relationship Id="rId4" Type="http://schemas.openxmlformats.org/officeDocument/2006/relationships/customXml" Target="../ink/ink126.xml"/><Relationship Id="rId9" Type="http://schemas.openxmlformats.org/officeDocument/2006/relationships/image" Target="../media/image153.png"/><Relationship Id="rId13" Type="http://schemas.openxmlformats.org/officeDocument/2006/relationships/image" Target="../media/image155.png"/><Relationship Id="rId18" Type="http://schemas.openxmlformats.org/officeDocument/2006/relationships/customXml" Target="../ink/ink133.xml"/><Relationship Id="rId39" Type="http://schemas.openxmlformats.org/officeDocument/2006/relationships/image" Target="../media/image168.png"/><Relationship Id="rId34" Type="http://schemas.openxmlformats.org/officeDocument/2006/relationships/customXml" Target="../ink/ink141.xml"/><Relationship Id="rId50" Type="http://schemas.openxmlformats.org/officeDocument/2006/relationships/customXml" Target="../ink/ink149.xml"/><Relationship Id="rId55" Type="http://schemas.openxmlformats.org/officeDocument/2006/relationships/image" Target="../media/image1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3" Type="http://schemas.openxmlformats.org/officeDocument/2006/relationships/image" Target="../media/image148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9.png"/><Relationship Id="rId9" Type="http://schemas.openxmlformats.org/officeDocument/2006/relationships/image" Target="../media/image1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5E7024B6-992F-A4C9-59FB-489E0A7C9A18}"/>
              </a:ext>
            </a:extLst>
          </p:cNvPr>
          <p:cNvSpPr/>
          <p:nvPr/>
        </p:nvSpPr>
        <p:spPr>
          <a:xfrm>
            <a:off x="5201580" y="4090342"/>
            <a:ext cx="4172918" cy="6053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D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5D35F02-2255-E91A-D24D-E009F3576C44}"/>
              </a:ext>
            </a:extLst>
          </p:cNvPr>
          <p:cNvSpPr/>
          <p:nvPr/>
        </p:nvSpPr>
        <p:spPr>
          <a:xfrm>
            <a:off x="5201580" y="3380146"/>
            <a:ext cx="4172918" cy="6053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D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9335B8-F3D4-88E5-385F-A3845DC55796}"/>
              </a:ext>
            </a:extLst>
          </p:cNvPr>
          <p:cNvCxnSpPr>
            <a:cxnSpLocks/>
          </p:cNvCxnSpPr>
          <p:nvPr/>
        </p:nvCxnSpPr>
        <p:spPr>
          <a:xfrm>
            <a:off x="7231372" y="2486564"/>
            <a:ext cx="0" cy="2578508"/>
          </a:xfrm>
          <a:prstGeom prst="line">
            <a:avLst/>
          </a:prstGeom>
          <a:ln w="25400">
            <a:solidFill>
              <a:srgbClr val="3D4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083539-1BDD-474A-55A9-59EF13A986A5}"/>
              </a:ext>
            </a:extLst>
          </p:cNvPr>
          <p:cNvCxnSpPr>
            <a:cxnSpLocks/>
          </p:cNvCxnSpPr>
          <p:nvPr/>
        </p:nvCxnSpPr>
        <p:spPr>
          <a:xfrm>
            <a:off x="5050972" y="2507913"/>
            <a:ext cx="0" cy="2557159"/>
          </a:xfrm>
          <a:prstGeom prst="line">
            <a:avLst/>
          </a:prstGeom>
          <a:ln w="25400">
            <a:solidFill>
              <a:srgbClr val="3D4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97642687-831C-FB9B-AA20-971B06D3B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112" y="1192015"/>
            <a:ext cx="914400" cy="914400"/>
          </a:xfrm>
          <a:prstGeom prst="rect">
            <a:avLst/>
          </a:prstGeom>
        </p:spPr>
      </p:pic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9F5FEABD-14E6-56E9-ABB5-7962B1463718}"/>
              </a:ext>
            </a:extLst>
          </p:cNvPr>
          <p:cNvSpPr/>
          <p:nvPr/>
        </p:nvSpPr>
        <p:spPr>
          <a:xfrm>
            <a:off x="1796141" y="1251862"/>
            <a:ext cx="2253347" cy="718453"/>
          </a:xfrm>
          <a:prstGeom prst="round2DiagRect">
            <a:avLst>
              <a:gd name="adj1" fmla="val 28096"/>
              <a:gd name="adj2" fmla="val 0"/>
            </a:avLst>
          </a:prstGeom>
          <a:solidFill>
            <a:srgbClr val="4FC6FF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3D48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PerfConst</a:t>
            </a:r>
            <a:r>
              <a:rPr lang="en-US" sz="1600" dirty="0">
                <a:solidFill>
                  <a:srgbClr val="3D48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i="1" dirty="0">
                <a:solidFill>
                  <a:srgbClr val="3D48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BATCH_SIZE</a:t>
            </a:r>
          </a:p>
          <a:p>
            <a:pPr algn="ctr"/>
            <a:r>
              <a:rPr lang="en-US" sz="1600" dirty="0">
                <a:solidFill>
                  <a:srgbClr val="3D485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From: 10, To: 20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65F5BF-73F1-CECD-C732-EF53D95241AA}"/>
              </a:ext>
            </a:extLst>
          </p:cNvPr>
          <p:cNvCxnSpPr>
            <a:cxnSpLocks/>
          </p:cNvCxnSpPr>
          <p:nvPr/>
        </p:nvCxnSpPr>
        <p:spPr>
          <a:xfrm>
            <a:off x="1284514" y="2471057"/>
            <a:ext cx="9198816" cy="0"/>
          </a:xfrm>
          <a:prstGeom prst="line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5E19B3-4ADA-D41E-FC02-444E379F3D82}"/>
              </a:ext>
            </a:extLst>
          </p:cNvPr>
          <p:cNvSpPr txBox="1"/>
          <p:nvPr/>
        </p:nvSpPr>
        <p:spPr>
          <a:xfrm>
            <a:off x="9231678" y="469574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space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E6943-E082-F151-9FCB-27113815B82B}"/>
              </a:ext>
            </a:extLst>
          </p:cNvPr>
          <p:cNvSpPr txBox="1"/>
          <p:nvPr/>
        </p:nvSpPr>
        <p:spPr>
          <a:xfrm>
            <a:off x="9330552" y="210149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space</a:t>
            </a:r>
          </a:p>
        </p:txBody>
      </p:sp>
      <p:pic>
        <p:nvPicPr>
          <p:cNvPr id="12" name="Picture 11" descr="Binary code - Free multimedia icons">
            <a:extLst>
              <a:ext uri="{FF2B5EF4-FFF2-40B4-BE49-F238E27FC236}">
                <a16:creationId xmlns:a16="http://schemas.microsoft.com/office/drawing/2014/main" id="{146FD2B1-E32F-59B6-75D2-55CF8B01FB9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853758" y="3720315"/>
            <a:ext cx="806631" cy="8066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694177-288B-B8EC-F6E2-B926446577DC}"/>
              </a:ext>
            </a:extLst>
          </p:cNvPr>
          <p:cNvSpPr txBox="1"/>
          <p:nvPr/>
        </p:nvSpPr>
        <p:spPr>
          <a:xfrm>
            <a:off x="2375876" y="4497134"/>
            <a:ext cx="18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 Image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2BEF6AA-05E1-627A-A859-834D5F56B4DA}"/>
              </a:ext>
            </a:extLst>
          </p:cNvPr>
          <p:cNvSpPr/>
          <p:nvPr/>
        </p:nvSpPr>
        <p:spPr>
          <a:xfrm>
            <a:off x="3425198" y="2819395"/>
            <a:ext cx="1215397" cy="4463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2D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D81FF"/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Lookup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9160D07-130A-555B-2749-F1F3CCB9B4E9}"/>
              </a:ext>
            </a:extLst>
          </p:cNvPr>
          <p:cNvSpPr/>
          <p:nvPr/>
        </p:nvSpPr>
        <p:spPr>
          <a:xfrm>
            <a:off x="4823450" y="2959454"/>
            <a:ext cx="532322" cy="189408"/>
          </a:xfrm>
          <a:prstGeom prst="rightArrow">
            <a:avLst/>
          </a:prstGeom>
          <a:solidFill>
            <a:srgbClr val="2F81FF"/>
          </a:solidFill>
          <a:ln w="25400">
            <a:solidFill>
              <a:srgbClr val="2F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8C38D0C-23B0-FE80-951E-18C052842206}"/>
              </a:ext>
            </a:extLst>
          </p:cNvPr>
          <p:cNvSpPr/>
          <p:nvPr/>
        </p:nvSpPr>
        <p:spPr>
          <a:xfrm>
            <a:off x="5552793" y="2829885"/>
            <a:ext cx="1215397" cy="4463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2D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D81FF"/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Modify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5297AF-3B36-9A82-7395-1B1BA871223C}"/>
              </a:ext>
            </a:extLst>
          </p:cNvPr>
          <p:cNvSpPr/>
          <p:nvPr/>
        </p:nvSpPr>
        <p:spPr>
          <a:xfrm>
            <a:off x="7680388" y="2839927"/>
            <a:ext cx="1215397" cy="4463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2D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D81FF"/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Reset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3498C27-A3E4-D35E-DD00-C8F3A78061AF}"/>
              </a:ext>
            </a:extLst>
          </p:cNvPr>
          <p:cNvSpPr/>
          <p:nvPr/>
        </p:nvSpPr>
        <p:spPr>
          <a:xfrm>
            <a:off x="6965211" y="2947031"/>
            <a:ext cx="532322" cy="189408"/>
          </a:xfrm>
          <a:prstGeom prst="rightArrow">
            <a:avLst/>
          </a:prstGeom>
          <a:solidFill>
            <a:srgbClr val="2F81FF"/>
          </a:solidFill>
          <a:ln w="25400">
            <a:solidFill>
              <a:srgbClr val="2F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16E0B816-7AF7-8292-5659-407180533C1D}"/>
              </a:ext>
            </a:extLst>
          </p:cNvPr>
          <p:cNvSpPr/>
          <p:nvPr/>
        </p:nvSpPr>
        <p:spPr>
          <a:xfrm rot="16200000">
            <a:off x="7090056" y="1394022"/>
            <a:ext cx="282633" cy="1752600"/>
          </a:xfrm>
          <a:prstGeom prst="leftBrace">
            <a:avLst>
              <a:gd name="adj1" fmla="val 43849"/>
              <a:gd name="adj2" fmla="val 50189"/>
            </a:avLst>
          </a:prstGeom>
          <a:ln w="349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96331D-61EF-FEE5-CAEB-ED1B1F55614C}"/>
              </a:ext>
            </a:extLst>
          </p:cNvPr>
          <p:cNvSpPr txBox="1"/>
          <p:nvPr/>
        </p:nvSpPr>
        <p:spPr>
          <a:xfrm>
            <a:off x="6096000" y="1672599"/>
            <a:ext cx="2337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Running the workloads</a:t>
            </a:r>
          </a:p>
        </p:txBody>
      </p:sp>
      <p:pic>
        <p:nvPicPr>
          <p:cNvPr id="23" name="Graphic 22" descr="Magnifying glass with solid fill">
            <a:extLst>
              <a:ext uri="{FF2B5EF4-FFF2-40B4-BE49-F238E27FC236}">
                <a16:creationId xmlns:a16="http://schemas.microsoft.com/office/drawing/2014/main" id="{0DF2FEC5-2DC9-2F90-E569-10121FE16C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2400" y="3375404"/>
            <a:ext cx="387681" cy="3876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FA960BB-702E-07CA-0C9A-63B06CFA713C}"/>
              </a:ext>
            </a:extLst>
          </p:cNvPr>
          <p:cNvSpPr txBox="1"/>
          <p:nvPr/>
        </p:nvSpPr>
        <p:spPr>
          <a:xfrm>
            <a:off x="5212466" y="3526373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Attach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164BDE-8C0A-7D50-41FF-E9DF6961CFB3}"/>
              </a:ext>
            </a:extLst>
          </p:cNvPr>
          <p:cNvSpPr txBox="1"/>
          <p:nvPr/>
        </p:nvSpPr>
        <p:spPr>
          <a:xfrm>
            <a:off x="6400209" y="353665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Enact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F1A2A4-6024-03BC-D89E-61112E16140C}"/>
              </a:ext>
            </a:extLst>
          </p:cNvPr>
          <p:cNvSpPr txBox="1"/>
          <p:nvPr/>
        </p:nvSpPr>
        <p:spPr>
          <a:xfrm>
            <a:off x="5631124" y="4194472"/>
            <a:ext cx="117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Overwrite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F6F86-2284-9EC9-908D-4D4C8546687A}"/>
              </a:ext>
            </a:extLst>
          </p:cNvPr>
          <p:cNvSpPr txBox="1"/>
          <p:nvPr/>
        </p:nvSpPr>
        <p:spPr>
          <a:xfrm>
            <a:off x="3695888" y="3687829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func_name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6193BD-DB3B-F2C7-6A99-454CD25F284A}"/>
              </a:ext>
            </a:extLst>
          </p:cNvPr>
          <p:cNvSpPr txBox="1"/>
          <p:nvPr/>
        </p:nvSpPr>
        <p:spPr>
          <a:xfrm>
            <a:off x="8021851" y="418224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Reset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931859-65FD-237B-956E-4E4DC8E314EA}"/>
              </a:ext>
            </a:extLst>
          </p:cNvPr>
          <p:cNvSpPr txBox="1"/>
          <p:nvPr/>
        </p:nvSpPr>
        <p:spPr>
          <a:xfrm>
            <a:off x="7958198" y="3526373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Detach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5D2B29-E026-5A53-3F00-E11CA6BF0C6F}"/>
              </a:ext>
            </a:extLst>
          </p:cNvPr>
          <p:cNvSpPr txBox="1"/>
          <p:nvPr/>
        </p:nvSpPr>
        <p:spPr>
          <a:xfrm>
            <a:off x="1564033" y="2810895"/>
            <a:ext cx="1271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96FF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XKernel</a:t>
            </a:r>
            <a:endParaRPr lang="en-US" sz="2000" b="1" dirty="0">
              <a:solidFill>
                <a:srgbClr val="0096FF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4666E61-CC5F-44B5-FAFA-C2D6CBCA935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lum bright="25000" contrast="6000"/>
          </a:blip>
          <a:stretch>
            <a:fillRect/>
          </a:stretch>
        </p:blipFill>
        <p:spPr>
          <a:xfrm rot="4878975">
            <a:off x="6691899" y="3353764"/>
            <a:ext cx="209752" cy="254245"/>
          </a:xfrm>
          <a:prstGeom prst="rect">
            <a:avLst/>
          </a:prstGeom>
        </p:spPr>
      </p:pic>
      <p:sp>
        <p:nvSpPr>
          <p:cNvPr id="37" name="Right Arrow 36">
            <a:extLst>
              <a:ext uri="{FF2B5EF4-FFF2-40B4-BE49-F238E27FC236}">
                <a16:creationId xmlns:a16="http://schemas.microsoft.com/office/drawing/2014/main" id="{6C7F505B-AAB6-7087-3CB7-6E18B898BCE6}"/>
              </a:ext>
            </a:extLst>
          </p:cNvPr>
          <p:cNvSpPr/>
          <p:nvPr/>
        </p:nvSpPr>
        <p:spPr>
          <a:xfrm flipV="1">
            <a:off x="6050273" y="3695124"/>
            <a:ext cx="304175" cy="45719"/>
          </a:xfrm>
          <a:prstGeom prst="rightArrow">
            <a:avLst/>
          </a:prstGeom>
          <a:solidFill>
            <a:srgbClr val="2D81FF"/>
          </a:solidFill>
          <a:ln w="25400">
            <a:solidFill>
              <a:srgbClr val="2F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EDCB1A-F9EF-5967-28E2-30B2DE38BCA5}"/>
              </a:ext>
            </a:extLst>
          </p:cNvPr>
          <p:cNvSpPr txBox="1"/>
          <p:nvPr/>
        </p:nvSpPr>
        <p:spPr>
          <a:xfrm>
            <a:off x="9330552" y="3522376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Mode-Flex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68F6E-5FEC-D82A-EB91-D8D4979E9446}"/>
              </a:ext>
            </a:extLst>
          </p:cNvPr>
          <p:cNvSpPr txBox="1"/>
          <p:nvPr/>
        </p:nvSpPr>
        <p:spPr>
          <a:xfrm>
            <a:off x="9318588" y="4208375"/>
            <a:ext cx="116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</a:rPr>
              <a:t>Mode-Perf</a:t>
            </a:r>
          </a:p>
        </p:txBody>
      </p:sp>
    </p:spTree>
    <p:extLst>
      <p:ext uri="{BB962C8B-B14F-4D97-AF65-F5344CB8AC3E}">
        <p14:creationId xmlns:p14="http://schemas.microsoft.com/office/powerpoint/2010/main" val="426631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F63316B-840A-9036-FDEC-F71B069C60ED}"/>
              </a:ext>
            </a:extLst>
          </p:cNvPr>
          <p:cNvSpPr txBox="1"/>
          <p:nvPr/>
        </p:nvSpPr>
        <p:spPr>
          <a:xfrm>
            <a:off x="4533888" y="2245795"/>
            <a:ext cx="123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Offline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Porcessing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56D43B-E212-D95E-89AE-28E1C5EF8580}"/>
              </a:ext>
            </a:extLst>
          </p:cNvPr>
          <p:cNvCxnSpPr>
            <a:cxnSpLocks/>
          </p:cNvCxnSpPr>
          <p:nvPr/>
        </p:nvCxnSpPr>
        <p:spPr>
          <a:xfrm>
            <a:off x="2161953" y="4848140"/>
            <a:ext cx="8093976" cy="0"/>
          </a:xfrm>
          <a:prstGeom prst="line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cument 6">
            <a:extLst>
              <a:ext uri="{FF2B5EF4-FFF2-40B4-BE49-F238E27FC236}">
                <a16:creationId xmlns:a16="http://schemas.microsoft.com/office/drawing/2014/main" id="{8B8CCDC7-5343-7143-956D-1AA8915EE320}"/>
              </a:ext>
            </a:extLst>
          </p:cNvPr>
          <p:cNvSpPr/>
          <p:nvPr/>
        </p:nvSpPr>
        <p:spPr>
          <a:xfrm>
            <a:off x="2183219" y="1891774"/>
            <a:ext cx="2011705" cy="616688"/>
          </a:xfrm>
          <a:prstGeom prst="flowChartDocument">
            <a:avLst/>
          </a:prstGeom>
          <a:solidFill>
            <a:schemeClr val="bg1">
              <a:lumMod val="95000"/>
              <a:alpha val="4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979CC-9FFE-3DB1-97D8-E6139012947E}"/>
              </a:ext>
            </a:extLst>
          </p:cNvPr>
          <p:cNvSpPr txBox="1"/>
          <p:nvPr/>
        </p:nvSpPr>
        <p:spPr>
          <a:xfrm>
            <a:off x="2183219" y="1967607"/>
            <a:ext cx="2011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source code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DD109A-447A-6ABB-E057-9698917D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08386"/>
              </p:ext>
            </p:extLst>
          </p:nvPr>
        </p:nvGraphicFramePr>
        <p:xfrm>
          <a:off x="6210597" y="1929055"/>
          <a:ext cx="375004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2692">
                  <a:extLst>
                    <a:ext uri="{9D8B030D-6E8A-4147-A177-3AD203B41FA5}">
                      <a16:colId xmlns:a16="http://schemas.microsoft.com/office/drawing/2014/main" val="19234108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3712944957"/>
                    </a:ext>
                  </a:extLst>
                </a:gridCol>
                <a:gridCol w="1094161">
                  <a:extLst>
                    <a:ext uri="{9D8B030D-6E8A-4147-A177-3AD203B41FA5}">
                      <a16:colId xmlns:a16="http://schemas.microsoft.com/office/drawing/2014/main" val="1313720450"/>
                    </a:ext>
                  </a:extLst>
                </a:gridCol>
                <a:gridCol w="611949">
                  <a:extLst>
                    <a:ext uri="{9D8B030D-6E8A-4147-A177-3AD203B41FA5}">
                      <a16:colId xmlns:a16="http://schemas.microsoft.com/office/drawing/2014/main" val="1422016092"/>
                    </a:ext>
                  </a:extLst>
                </a:gridCol>
                <a:gridCol w="611949">
                  <a:extLst>
                    <a:ext uri="{9D8B030D-6E8A-4147-A177-3AD203B41FA5}">
                      <a16:colId xmlns:a16="http://schemas.microsoft.com/office/drawing/2014/main" val="905688894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ConstID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</a:t>
                      </a: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expression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2D81FF"/>
                          </a:solidFill>
                        </a:rPr>
                        <a:t>CS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437FF"/>
                          </a:solidFill>
                        </a:rPr>
                        <a:t>SS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56442"/>
                  </a:ext>
                </a:extLst>
              </a:tr>
              <a:tr h="16854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29075646"/>
                  </a:ext>
                </a:extLst>
              </a:tr>
              <a:tr h="24482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284774"/>
                  </a:ext>
                </a:extLst>
              </a:tr>
              <a:tr h="1876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11092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EA23FF3-B261-6743-2954-7D420E187E50}"/>
              </a:ext>
            </a:extLst>
          </p:cNvPr>
          <p:cNvSpPr txBox="1"/>
          <p:nvPr/>
        </p:nvSpPr>
        <p:spPr>
          <a:xfrm>
            <a:off x="8830523" y="2987713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Scope Table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4D1221-BF1E-B591-AA27-0459FDF375DF}"/>
              </a:ext>
            </a:extLst>
          </p:cNvPr>
          <p:cNvCxnSpPr/>
          <p:nvPr/>
        </p:nvCxnSpPr>
        <p:spPr>
          <a:xfrm>
            <a:off x="4593269" y="2584298"/>
            <a:ext cx="1148316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6B6E5B6-872D-37BB-3D31-BC85069AB8AA}"/>
              </a:ext>
            </a:extLst>
          </p:cNvPr>
          <p:cNvGrpSpPr/>
          <p:nvPr/>
        </p:nvGrpSpPr>
        <p:grpSpPr>
          <a:xfrm>
            <a:off x="2183219" y="2520492"/>
            <a:ext cx="2011705" cy="616688"/>
            <a:chOff x="2161953" y="1862845"/>
            <a:chExt cx="2011705" cy="61668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" name="Internal Storage 21">
              <a:extLst>
                <a:ext uri="{FF2B5EF4-FFF2-40B4-BE49-F238E27FC236}">
                  <a16:creationId xmlns:a16="http://schemas.microsoft.com/office/drawing/2014/main" id="{3E0A9E30-8F51-8DCE-085E-E864BFD4AF2B}"/>
                </a:ext>
              </a:extLst>
            </p:cNvPr>
            <p:cNvSpPr/>
            <p:nvPr/>
          </p:nvSpPr>
          <p:spPr>
            <a:xfrm>
              <a:off x="2161953" y="1862845"/>
              <a:ext cx="2011705" cy="616688"/>
            </a:xfrm>
            <a:prstGeom prst="flowChartInternalStorag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091557-5738-B2AB-9AD9-A9180A3792F7}"/>
                </a:ext>
              </a:extLst>
            </p:cNvPr>
            <p:cNvSpPr txBox="1"/>
            <p:nvPr/>
          </p:nvSpPr>
          <p:spPr>
            <a:xfrm>
              <a:off x="2438567" y="2000467"/>
              <a:ext cx="1458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Kernel Binary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8A1BF5B-6459-6ACC-2EDD-6767ECF26CE8}"/>
              </a:ext>
            </a:extLst>
          </p:cNvPr>
          <p:cNvSpPr txBox="1"/>
          <p:nvPr/>
        </p:nvSpPr>
        <p:spPr>
          <a:xfrm>
            <a:off x="2060546" y="4333124"/>
            <a:ext cx="8527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User space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8248A-B26B-7DD8-B2DA-15419E567178}"/>
              </a:ext>
            </a:extLst>
          </p:cNvPr>
          <p:cNvSpPr txBox="1"/>
          <p:nvPr/>
        </p:nvSpPr>
        <p:spPr>
          <a:xfrm>
            <a:off x="2024218" y="4877920"/>
            <a:ext cx="91263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Kernel space</a:t>
            </a:r>
          </a:p>
        </p:txBody>
      </p:sp>
      <p:pic>
        <p:nvPicPr>
          <p:cNvPr id="29" name="Picture 28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6CC6D9F3-C47F-2CA1-B85B-B9DE8D09A0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61687" y="3719832"/>
            <a:ext cx="514411" cy="56263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BA488BC-FE1D-66BB-F1E0-B3BB98BDFA87}"/>
              </a:ext>
            </a:extLst>
          </p:cNvPr>
          <p:cNvSpPr txBox="1"/>
          <p:nvPr/>
        </p:nvSpPr>
        <p:spPr>
          <a:xfrm>
            <a:off x="2787717" y="3375978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xk_gen</a:t>
            </a:r>
            <a:r>
              <a:rPr lang="en-US" dirty="0"/>
              <a:t> </a:t>
            </a:r>
            <a:r>
              <a:rPr lang="en-US" dirty="0" err="1"/>
              <a:t>ConstID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05784D3-51D5-E91B-F918-497E0BD53545}"/>
              </a:ext>
            </a:extLst>
          </p:cNvPr>
          <p:cNvGrpSpPr/>
          <p:nvPr/>
        </p:nvGrpSpPr>
        <p:grpSpPr>
          <a:xfrm>
            <a:off x="3167805" y="4094745"/>
            <a:ext cx="2011705" cy="587905"/>
            <a:chOff x="3644816" y="4090424"/>
            <a:chExt cx="2011705" cy="587905"/>
          </a:xfrm>
        </p:grpSpPr>
        <p:sp>
          <p:nvSpPr>
            <p:cNvPr id="38" name="Snip Diagonal Corner Rectangle 37">
              <a:extLst>
                <a:ext uri="{FF2B5EF4-FFF2-40B4-BE49-F238E27FC236}">
                  <a16:creationId xmlns:a16="http://schemas.microsoft.com/office/drawing/2014/main" id="{A7E3983F-05B7-2ADE-F1BE-1962BD090F6F}"/>
                </a:ext>
              </a:extLst>
            </p:cNvPr>
            <p:cNvSpPr/>
            <p:nvPr/>
          </p:nvSpPr>
          <p:spPr>
            <a:xfrm>
              <a:off x="3644816" y="4090424"/>
              <a:ext cx="2011705" cy="587905"/>
            </a:xfrm>
            <a:prstGeom prst="snip2DiagRect">
              <a:avLst>
                <a:gd name="adj1" fmla="val 0"/>
                <a:gd name="adj2" fmla="val 27518"/>
              </a:avLst>
            </a:prstGeom>
            <a:solidFill>
              <a:srgbClr val="2D81FF">
                <a:alpha val="2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D10B27-612C-58DF-0EAE-4F44D6913216}"/>
                </a:ext>
              </a:extLst>
            </p:cNvPr>
            <p:cNvSpPr txBox="1"/>
            <p:nvPr/>
          </p:nvSpPr>
          <p:spPr>
            <a:xfrm>
              <a:off x="3962200" y="4207452"/>
              <a:ext cx="1364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XK Skeleton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F49017-BDB9-DD2E-8302-2B3883E5A338}"/>
              </a:ext>
            </a:extLst>
          </p:cNvPr>
          <p:cNvCxnSpPr>
            <a:cxnSpLocks/>
          </p:cNvCxnSpPr>
          <p:nvPr/>
        </p:nvCxnSpPr>
        <p:spPr>
          <a:xfrm>
            <a:off x="2631046" y="3392118"/>
            <a:ext cx="483594" cy="609033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1E9F0AE-AEAC-2B3D-9B61-27248753F550}"/>
              </a:ext>
            </a:extLst>
          </p:cNvPr>
          <p:cNvCxnSpPr>
            <a:cxnSpLocks/>
          </p:cNvCxnSpPr>
          <p:nvPr/>
        </p:nvCxnSpPr>
        <p:spPr>
          <a:xfrm>
            <a:off x="5305645" y="4411992"/>
            <a:ext cx="681666" cy="0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C35C0C73-FDC3-C809-14CE-D136DCA0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3306" y="3492073"/>
            <a:ext cx="514411" cy="56263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DEC4723-4A71-F6A2-F841-084EE3C92455}"/>
              </a:ext>
            </a:extLst>
          </p:cNvPr>
          <p:cNvSpPr txBox="1"/>
          <p:nvPr/>
        </p:nvSpPr>
        <p:spPr>
          <a:xfrm>
            <a:off x="8408289" y="3557703"/>
            <a:ext cx="146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6B050"/>
                </a:solidFill>
              </a:rPr>
              <a:t>Synthesize Indirections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B9D50-7C02-E60E-1920-3E40CA6F723C}"/>
              </a:ext>
            </a:extLst>
          </p:cNvPr>
          <p:cNvSpPr txBox="1"/>
          <p:nvPr/>
        </p:nvSpPr>
        <p:spPr>
          <a:xfrm>
            <a:off x="8505287" y="4902038"/>
            <a:ext cx="1790555" cy="276999"/>
          </a:xfrm>
          <a:prstGeom prst="rect">
            <a:avLst/>
          </a:prstGeom>
          <a:solidFill>
            <a:srgbClr val="62C57E">
              <a:alpha val="26000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Attach &amp; </a:t>
            </a:r>
            <a:r>
              <a:rPr lang="en-US" dirty="0">
                <a:solidFill>
                  <a:srgbClr val="9437FF"/>
                </a:solidFill>
              </a:rPr>
              <a:t>Transition</a:t>
            </a:r>
          </a:p>
        </p:txBody>
      </p:sp>
      <p:sp>
        <p:nvSpPr>
          <p:cNvPr id="73" name="Internal Storage 72">
            <a:extLst>
              <a:ext uri="{FF2B5EF4-FFF2-40B4-BE49-F238E27FC236}">
                <a16:creationId xmlns:a16="http://schemas.microsoft.com/office/drawing/2014/main" id="{A514E8B4-768D-9CA5-E610-D3C053455278}"/>
              </a:ext>
            </a:extLst>
          </p:cNvPr>
          <p:cNvSpPr/>
          <p:nvPr/>
        </p:nvSpPr>
        <p:spPr>
          <a:xfrm>
            <a:off x="3187612" y="5065547"/>
            <a:ext cx="2011705" cy="616688"/>
          </a:xfrm>
          <a:prstGeom prst="flowChartInternalStorage">
            <a:avLst/>
          </a:prstGeom>
          <a:solidFill>
            <a:schemeClr val="accent4">
              <a:lumMod val="20000"/>
              <a:lumOff val="80000"/>
              <a:alpha val="6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1EBCAE-46AF-189E-EB14-F66640ED67BA}"/>
              </a:ext>
            </a:extLst>
          </p:cNvPr>
          <p:cNvSpPr txBox="1"/>
          <p:nvPr/>
        </p:nvSpPr>
        <p:spPr>
          <a:xfrm>
            <a:off x="3464226" y="5373297"/>
            <a:ext cx="145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Binary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7F93747-F8C2-33FD-7FAE-9C515D0705B4}"/>
              </a:ext>
            </a:extLst>
          </p:cNvPr>
          <p:cNvSpPr/>
          <p:nvPr/>
        </p:nvSpPr>
        <p:spPr>
          <a:xfrm>
            <a:off x="6111963" y="2677059"/>
            <a:ext cx="3896818" cy="412522"/>
          </a:xfrm>
          <a:prstGeom prst="roundRect">
            <a:avLst>
              <a:gd name="adj" fmla="val 42442"/>
            </a:avLst>
          </a:prstGeom>
          <a:noFill/>
          <a:ln w="60325">
            <a:solidFill>
              <a:srgbClr val="06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Predefined Process 112">
            <a:extLst>
              <a:ext uri="{FF2B5EF4-FFF2-40B4-BE49-F238E27FC236}">
                <a16:creationId xmlns:a16="http://schemas.microsoft.com/office/drawing/2014/main" id="{C1EFA53D-B2DA-1A7E-335B-2FD4A756AA84}"/>
              </a:ext>
            </a:extLst>
          </p:cNvPr>
          <p:cNvSpPr/>
          <p:nvPr/>
        </p:nvSpPr>
        <p:spPr>
          <a:xfrm>
            <a:off x="6143888" y="5036270"/>
            <a:ext cx="2011703" cy="524387"/>
          </a:xfrm>
          <a:prstGeom prst="flowChartPredefinedProcess">
            <a:avLst/>
          </a:prstGeom>
          <a:solidFill>
            <a:srgbClr val="CAD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25CD53-07CA-2544-99EE-C658BC1CBF12}"/>
              </a:ext>
            </a:extLst>
          </p:cNvPr>
          <p:cNvSpPr txBox="1"/>
          <p:nvPr/>
        </p:nvSpPr>
        <p:spPr>
          <a:xfrm>
            <a:off x="6349983" y="4984525"/>
            <a:ext cx="158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Instructions </a:t>
            </a:r>
            <a:r>
              <a:rPr lang="en-US" sz="1400" dirty="0"/>
              <a:t>(Policy &amp; </a:t>
            </a:r>
            <a:r>
              <a:rPr lang="en-US" sz="1400" dirty="0" err="1"/>
              <a:t>SetVal</a:t>
            </a:r>
            <a:r>
              <a:rPr lang="en-US" sz="1400" dirty="0"/>
              <a:t>)</a:t>
            </a:r>
            <a:endParaRPr lang="en-US" dirty="0"/>
          </a:p>
        </p:txBody>
      </p: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7EDD54F3-6A61-58A8-3388-1CB32110B0DF}"/>
              </a:ext>
            </a:extLst>
          </p:cNvPr>
          <p:cNvCxnSpPr>
            <a:cxnSpLocks/>
            <a:stCxn id="47" idx="3"/>
            <a:endCxn id="113" idx="3"/>
          </p:cNvCxnSpPr>
          <p:nvPr/>
        </p:nvCxnSpPr>
        <p:spPr>
          <a:xfrm flipH="1">
            <a:off x="8155591" y="4411992"/>
            <a:ext cx="27457" cy="886472"/>
          </a:xfrm>
          <a:prstGeom prst="curvedConnector3">
            <a:avLst>
              <a:gd name="adj1" fmla="val -1258542"/>
            </a:avLst>
          </a:prstGeom>
          <a:ln w="38100">
            <a:solidFill>
              <a:srgbClr val="00B05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679A36C-3013-F49C-58B3-BA3CC50FBDF0}"/>
              </a:ext>
            </a:extLst>
          </p:cNvPr>
          <p:cNvCxnSpPr>
            <a:cxnSpLocks/>
          </p:cNvCxnSpPr>
          <p:nvPr/>
        </p:nvCxnSpPr>
        <p:spPr>
          <a:xfrm flipV="1">
            <a:off x="5188684" y="5065547"/>
            <a:ext cx="895899" cy="221262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E42020B-41C6-DEA2-7621-74EEEC07ED07}"/>
              </a:ext>
            </a:extLst>
          </p:cNvPr>
          <p:cNvCxnSpPr>
            <a:cxnSpLocks/>
          </p:cNvCxnSpPr>
          <p:nvPr/>
        </p:nvCxnSpPr>
        <p:spPr>
          <a:xfrm>
            <a:off x="6096000" y="5059149"/>
            <a:ext cx="0" cy="456792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CDDDAC4-1B9A-79A6-1B64-17867BAB2832}"/>
              </a:ext>
            </a:extLst>
          </p:cNvPr>
          <p:cNvCxnSpPr>
            <a:cxnSpLocks/>
          </p:cNvCxnSpPr>
          <p:nvPr/>
        </p:nvCxnSpPr>
        <p:spPr>
          <a:xfrm flipH="1" flipV="1">
            <a:off x="5272657" y="5328094"/>
            <a:ext cx="801293" cy="154830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C345AA64-E42A-5737-060B-1B8041A786CE}"/>
              </a:ext>
            </a:extLst>
          </p:cNvPr>
          <p:cNvSpPr txBox="1"/>
          <p:nvPr/>
        </p:nvSpPr>
        <p:spPr>
          <a:xfrm>
            <a:off x="2840779" y="5151254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2D81FF"/>
                </a:solidFill>
              </a:rPr>
              <a:t>CS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F9D041-A1C9-B4B9-9259-93BF2B9A1F7B}"/>
              </a:ext>
            </a:extLst>
          </p:cNvPr>
          <p:cNvSpPr txBox="1"/>
          <p:nvPr/>
        </p:nvSpPr>
        <p:spPr>
          <a:xfrm>
            <a:off x="4998563" y="5391913"/>
            <a:ext cx="135005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700" dirty="0" err="1">
                <a:solidFill>
                  <a:srgbClr val="011893"/>
                </a:solidFill>
              </a:rPr>
              <a:t>Kprobe</a:t>
            </a:r>
            <a:endParaRPr lang="en-US" sz="1700" dirty="0">
              <a:solidFill>
                <a:srgbClr val="011893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700" dirty="0">
                <a:solidFill>
                  <a:srgbClr val="011893"/>
                </a:solidFill>
              </a:rPr>
              <a:t>redirection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36B1B38E-BF19-56BF-73D8-FC058F020720}"/>
              </a:ext>
            </a:extLst>
          </p:cNvPr>
          <p:cNvCxnSpPr>
            <a:cxnSpLocks/>
            <a:endCxn id="79" idx="0"/>
          </p:cNvCxnSpPr>
          <p:nvPr/>
        </p:nvCxnSpPr>
        <p:spPr>
          <a:xfrm flipV="1">
            <a:off x="5188684" y="4984525"/>
            <a:ext cx="1952641" cy="302284"/>
          </a:xfrm>
          <a:prstGeom prst="bentConnector4">
            <a:avLst>
              <a:gd name="adj1" fmla="val -212"/>
              <a:gd name="adj2" fmla="val 119345"/>
            </a:avLst>
          </a:prstGeom>
          <a:ln w="34925">
            <a:solidFill>
              <a:srgbClr val="00B050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80BDCD-02ED-D0E8-6BAE-E1315AEDEB30}"/>
              </a:ext>
            </a:extLst>
          </p:cNvPr>
          <p:cNvGrpSpPr/>
          <p:nvPr/>
        </p:nvGrpSpPr>
        <p:grpSpPr>
          <a:xfrm>
            <a:off x="6157902" y="4110298"/>
            <a:ext cx="2025146" cy="587905"/>
            <a:chOff x="3644816" y="4090424"/>
            <a:chExt cx="2025146" cy="587905"/>
          </a:xfrm>
        </p:grpSpPr>
        <p:sp>
          <p:nvSpPr>
            <p:cNvPr id="46" name="Snip Diagonal Corner Rectangle 45">
              <a:extLst>
                <a:ext uri="{FF2B5EF4-FFF2-40B4-BE49-F238E27FC236}">
                  <a16:creationId xmlns:a16="http://schemas.microsoft.com/office/drawing/2014/main" id="{F087B2FF-317F-DCB8-E2F7-9417246C7159}"/>
                </a:ext>
              </a:extLst>
            </p:cNvPr>
            <p:cNvSpPr/>
            <p:nvPr/>
          </p:nvSpPr>
          <p:spPr>
            <a:xfrm>
              <a:off x="3644816" y="4090424"/>
              <a:ext cx="2011705" cy="587905"/>
            </a:xfrm>
            <a:prstGeom prst="snip2DiagRect">
              <a:avLst>
                <a:gd name="adj1" fmla="val 0"/>
                <a:gd name="adj2" fmla="val 0"/>
              </a:avLst>
            </a:prstGeom>
            <a:solidFill>
              <a:srgbClr val="CADB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3A99908-3E30-855B-3884-D3CFEF504DAA}"/>
                </a:ext>
              </a:extLst>
            </p:cNvPr>
            <p:cNvSpPr txBox="1"/>
            <p:nvPr/>
          </p:nvSpPr>
          <p:spPr>
            <a:xfrm>
              <a:off x="3675121" y="4207452"/>
              <a:ext cx="1994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XK Tuning Program</a:t>
              </a: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73710FDE-9ABC-0345-4401-42E2034D5FB9}"/>
              </a:ext>
            </a:extLst>
          </p:cNvPr>
          <p:cNvSpPr txBox="1"/>
          <p:nvPr/>
        </p:nvSpPr>
        <p:spPr>
          <a:xfrm>
            <a:off x="5196856" y="4410616"/>
            <a:ext cx="861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+Policy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C56E21C2-D202-6855-766E-03B9E1438B6D}"/>
              </a:ext>
            </a:extLst>
          </p:cNvPr>
          <p:cNvCxnSpPr>
            <a:cxnSpLocks/>
          </p:cNvCxnSpPr>
          <p:nvPr/>
        </p:nvCxnSpPr>
        <p:spPr>
          <a:xfrm>
            <a:off x="8505287" y="3089581"/>
            <a:ext cx="30823" cy="1675814"/>
          </a:xfrm>
          <a:prstGeom prst="straightConnector1">
            <a:avLst/>
          </a:prstGeom>
          <a:ln w="34925">
            <a:solidFill>
              <a:srgbClr val="06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38CF8354-5D15-E6B3-4845-416F53EFAA25}"/>
              </a:ext>
            </a:extLst>
          </p:cNvPr>
          <p:cNvSpPr/>
          <p:nvPr/>
        </p:nvSpPr>
        <p:spPr>
          <a:xfrm>
            <a:off x="8595413" y="5267145"/>
            <a:ext cx="1434215" cy="321551"/>
          </a:xfrm>
          <a:prstGeom prst="roundRect">
            <a:avLst/>
          </a:prstGeom>
          <a:solidFill>
            <a:srgbClr val="00B050">
              <a:alpha val="54000"/>
            </a:srgb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BAA19BC-87FB-6C43-E92F-192940FE13BF}"/>
              </a:ext>
            </a:extLst>
          </p:cNvPr>
          <p:cNvSpPr txBox="1"/>
          <p:nvPr/>
        </p:nvSpPr>
        <p:spPr>
          <a:xfrm>
            <a:off x="8654793" y="5232934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XK Runtime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6B40FC-AE25-24A8-BC7A-91482A6C21E9}"/>
              </a:ext>
            </a:extLst>
          </p:cNvPr>
          <p:cNvGrpSpPr/>
          <p:nvPr/>
        </p:nvGrpSpPr>
        <p:grpSpPr>
          <a:xfrm>
            <a:off x="9494313" y="2275840"/>
            <a:ext cx="322561" cy="118533"/>
            <a:chOff x="9494313" y="1937170"/>
            <a:chExt cx="322561" cy="11853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C4B7953-B617-4B09-C434-506E302E1C4B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37170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883D5E1-CC35-0DC7-0A5B-290AADE4A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55703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FECF81-2A30-642F-D69C-D38DD48371C2}"/>
              </a:ext>
            </a:extLst>
          </p:cNvPr>
          <p:cNvCxnSpPr>
            <a:cxnSpLocks/>
          </p:cNvCxnSpPr>
          <p:nvPr/>
        </p:nvCxnSpPr>
        <p:spPr>
          <a:xfrm>
            <a:off x="3200888" y="5146081"/>
            <a:ext cx="1951134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91CBBB-FE35-E7A9-B263-65047F98B85E}"/>
              </a:ext>
            </a:extLst>
          </p:cNvPr>
          <p:cNvCxnSpPr>
            <a:cxnSpLocks/>
          </p:cNvCxnSpPr>
          <p:nvPr/>
        </p:nvCxnSpPr>
        <p:spPr>
          <a:xfrm>
            <a:off x="3175617" y="5403092"/>
            <a:ext cx="201947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C98B9E-3D2C-21CF-828C-8F51B6949609}"/>
              </a:ext>
            </a:extLst>
          </p:cNvPr>
          <p:cNvGrpSpPr/>
          <p:nvPr/>
        </p:nvGrpSpPr>
        <p:grpSpPr>
          <a:xfrm>
            <a:off x="8868227" y="2298418"/>
            <a:ext cx="322561" cy="73377"/>
            <a:chOff x="9494313" y="1959748"/>
            <a:chExt cx="322561" cy="7337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64F4DF-1E46-67FF-8ED3-B87D07B2AE15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59748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EF9E37-7659-8DD0-03DA-0F42C3E34139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33125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2AD26D-8C5E-CF80-4787-5EF64D2B8A37}"/>
              </a:ext>
            </a:extLst>
          </p:cNvPr>
          <p:cNvCxnSpPr>
            <a:cxnSpLocks/>
          </p:cNvCxnSpPr>
          <p:nvPr/>
        </p:nvCxnSpPr>
        <p:spPr>
          <a:xfrm>
            <a:off x="3192808" y="5229063"/>
            <a:ext cx="1984459" cy="0"/>
          </a:xfrm>
          <a:prstGeom prst="line">
            <a:avLst/>
          </a:prstGeom>
          <a:ln w="41275">
            <a:solidFill>
              <a:srgbClr val="2E8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CE3A0A-67B6-E640-3FF7-9A8DF14CB6CD}"/>
              </a:ext>
            </a:extLst>
          </p:cNvPr>
          <p:cNvCxnSpPr>
            <a:cxnSpLocks/>
          </p:cNvCxnSpPr>
          <p:nvPr/>
        </p:nvCxnSpPr>
        <p:spPr>
          <a:xfrm>
            <a:off x="3192808" y="5334961"/>
            <a:ext cx="1984459" cy="0"/>
          </a:xfrm>
          <a:prstGeom prst="line">
            <a:avLst/>
          </a:prstGeom>
          <a:ln w="41275">
            <a:solidFill>
              <a:srgbClr val="2E8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5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3C3C82-F2D2-86F2-5E13-F83480DDB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886" y="3429000"/>
            <a:ext cx="5379412" cy="3227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8723A-C432-0F34-84CA-0CA794F0D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886" y="0"/>
            <a:ext cx="5473264" cy="364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9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9824F59E-213E-AE46-B90F-3892EFA21E67}"/>
              </a:ext>
            </a:extLst>
          </p:cNvPr>
          <p:cNvSpPr txBox="1"/>
          <p:nvPr/>
        </p:nvSpPr>
        <p:spPr>
          <a:xfrm>
            <a:off x="83983" y="135392"/>
            <a:ext cx="4478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/>
              <a:t>CS is not enough, motivation of SS</a:t>
            </a:r>
            <a:endParaRPr kumimoji="1" lang="zh-CN" altLang="en-US" sz="2400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5C7C80CC-90C3-6341-9CBF-582269A784AF}"/>
              </a:ext>
            </a:extLst>
          </p:cNvPr>
          <p:cNvGrpSpPr/>
          <p:nvPr/>
        </p:nvGrpSpPr>
        <p:grpSpPr>
          <a:xfrm>
            <a:off x="2015650" y="3303626"/>
            <a:ext cx="6142761" cy="1906567"/>
            <a:chOff x="1518881" y="2732535"/>
            <a:chExt cx="4607071" cy="1429925"/>
          </a:xfrm>
        </p:grpSpPr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BD945BDF-44FE-C648-88F1-25AEFD72DF24}"/>
                </a:ext>
              </a:extLst>
            </p:cNvPr>
            <p:cNvCxnSpPr/>
            <p:nvPr/>
          </p:nvCxnSpPr>
          <p:spPr>
            <a:xfrm>
              <a:off x="4275667" y="3466861"/>
              <a:ext cx="55913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741546D-8C69-4B4C-B56F-FCCCC024ACC2}"/>
                </a:ext>
              </a:extLst>
            </p:cNvPr>
            <p:cNvSpPr txBox="1"/>
            <p:nvPr/>
          </p:nvSpPr>
          <p:spPr>
            <a:xfrm>
              <a:off x="2770171" y="2732535"/>
              <a:ext cx="1747278" cy="1423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unsigned int </a:t>
              </a:r>
              <a:r>
                <a:rPr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nr_reads = 0;</a:t>
              </a:r>
            </a:p>
            <a:p>
              <a:r>
                <a:rPr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  <a:r>
                <a:rPr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exhaust_budget = </a:t>
              </a:r>
              <a:r>
                <a:rPr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false</a:t>
              </a:r>
              <a:r>
                <a:rPr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kumimoji="1"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while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(condition) {</a:t>
              </a:r>
            </a:p>
            <a:p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   foo();</a:t>
              </a:r>
            </a:p>
            <a:p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   nr_reads++;</a:t>
              </a:r>
            </a:p>
            <a:p>
              <a:r>
                <a:rPr kumimoji="1"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    if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(nr_reads &gt;= </a:t>
              </a:r>
              <a:r>
                <a:rPr kumimoji="1" lang="en-US" altLang="zh-CN" sz="1067" b="1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kumimoji="1"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        break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endParaRPr kumimoji="1" lang="en-US" altLang="zh-CN" sz="1067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(nr_reads == </a:t>
              </a:r>
              <a:r>
                <a:rPr kumimoji="1" lang="en-US" altLang="zh-CN" sz="1067" b="1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</a:p>
            <a:p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exhaust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_budget = </a:t>
              </a:r>
              <a:r>
                <a:rPr kumimoji="1" lang="en-US" altLang="zh-CN" sz="1067" b="1">
                  <a:latin typeface="Consolas" panose="020B0609020204030204" pitchFamily="49" charset="0"/>
                  <a:cs typeface="Consolas" panose="020B0609020204030204" pitchFamily="49" charset="0"/>
                </a:rPr>
                <a:t>true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08094CD-5AF8-4547-B581-7E15EC377878}"/>
                </a:ext>
              </a:extLst>
            </p:cNvPr>
            <p:cNvSpPr txBox="1"/>
            <p:nvPr/>
          </p:nvSpPr>
          <p:spPr>
            <a:xfrm>
              <a:off x="4802744" y="3358036"/>
              <a:ext cx="1274334" cy="3155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if (nr_reads &gt;= </a:t>
              </a:r>
              <a:r>
                <a:rPr kumimoji="1" lang="en-US" altLang="zh-CN" sz="1067" b="1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 algn="ctr"/>
              <a:r>
                <a:rPr kumimoji="1" lang="en-US" altLang="zh-CN" sz="1067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nr_reads = 4</a:t>
              </a: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6611D03-C89B-B44F-8E6E-C43FDBA86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8647" y="3236105"/>
              <a:ext cx="251416" cy="66841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389330-0BA5-0743-B025-7AAB6953E6BF}"/>
                </a:ext>
              </a:extLst>
            </p:cNvPr>
            <p:cNvSpPr txBox="1"/>
            <p:nvPr/>
          </p:nvSpPr>
          <p:spPr>
            <a:xfrm>
              <a:off x="3948353" y="3137219"/>
              <a:ext cx="814406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zh-CN" sz="1200" b="1" dirty="0">
                  <a:solidFill>
                    <a:srgbClr val="C00000"/>
                  </a:solidFill>
                  <a:latin typeface="Inter"/>
                </a:rPr>
                <a:t>Wrong Time </a:t>
              </a:r>
              <a:r>
                <a:rPr kumimoji="1" lang="en-US" altLang="zh-CN" sz="1200" b="1" dirty="0">
                  <a:solidFill>
                    <a:srgbClr val="C00000"/>
                  </a:solidFill>
                </a:rPr>
                <a:t>1</a:t>
              </a: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FCA75BFF-D4A3-814A-854E-5AC406D632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6833" y="3794761"/>
              <a:ext cx="203032" cy="7341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A2B6A4C-39D2-9B47-A030-26817C9B524A}"/>
                </a:ext>
              </a:extLst>
            </p:cNvPr>
            <p:cNvSpPr txBox="1"/>
            <p:nvPr/>
          </p:nvSpPr>
          <p:spPr>
            <a:xfrm>
              <a:off x="3043316" y="3680201"/>
              <a:ext cx="809597" cy="20774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" altLang="zh-CN" sz="1200" b="1">
                  <a:solidFill>
                    <a:srgbClr val="C00000"/>
                  </a:solidFill>
                  <a:latin typeface="Inter"/>
                </a:rPr>
                <a:t>Wrong Time 2</a:t>
              </a:r>
              <a:endParaRPr kumimoji="1" lang="zh-CN" altLang="en-US" sz="1200">
                <a:solidFill>
                  <a:srgbClr val="C00000"/>
                </a:solidFill>
              </a:endParaRPr>
            </a:p>
          </p:txBody>
        </p:sp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FB0A511F-8CDD-F24A-BFB6-7268EAEFA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V="1">
              <a:off x="4433974" y="3493581"/>
              <a:ext cx="197178" cy="196554"/>
            </a:xfrm>
            <a:prstGeom prst="rect">
              <a:avLst/>
            </a:prstGeom>
          </p:spPr>
        </p:pic>
        <p:cxnSp>
          <p:nvCxnSpPr>
            <p:cNvPr id="37" name="曲线连接符 36">
              <a:extLst>
                <a:ext uri="{FF2B5EF4-FFF2-40B4-BE49-F238E27FC236}">
                  <a16:creationId xmlns:a16="http://schemas.microsoft.com/office/drawing/2014/main" id="{CC2AFEE2-3B5D-0943-96C4-DA8DABE5575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22151" y="2833567"/>
              <a:ext cx="12700" cy="1125239"/>
            </a:xfrm>
            <a:prstGeom prst="curvedConnector3">
              <a:avLst>
                <a:gd name="adj1" fmla="val 339230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C182F64-0F4D-7B44-9BDC-49A9CF577051}"/>
                </a:ext>
              </a:extLst>
            </p:cNvPr>
            <p:cNvSpPr txBox="1"/>
            <p:nvPr/>
          </p:nvSpPr>
          <p:spPr>
            <a:xfrm>
              <a:off x="1518881" y="3100685"/>
              <a:ext cx="855042" cy="39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i="1">
                  <a:latin typeface="Segoe UI" panose="020B0502040204020203" pitchFamily="34" charset="0"/>
                  <a:cs typeface="Segoe UI" panose="020B0502040204020203" pitchFamily="34" charset="0"/>
                </a:rPr>
                <a:t>Data </a:t>
              </a:r>
            </a:p>
            <a:p>
              <a:pPr algn="ctr"/>
              <a:r>
                <a:rPr kumimoji="1" lang="en-US" altLang="zh-CN" sz="1400" i="1">
                  <a:latin typeface="Segoe UI" panose="020B0502040204020203" pitchFamily="34" charset="0"/>
                  <a:cs typeface="Segoe UI" panose="020B0502040204020203" pitchFamily="34" charset="0"/>
                </a:rPr>
                <a:t>Dependency</a:t>
              </a:r>
              <a:endParaRPr kumimoji="1" lang="zh-CN" altLang="en-US" sz="1400" i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48" name="曲线连接符 47">
              <a:extLst>
                <a:ext uri="{FF2B5EF4-FFF2-40B4-BE49-F238E27FC236}">
                  <a16:creationId xmlns:a16="http://schemas.microsoft.com/office/drawing/2014/main" id="{1CC1D37E-A1C5-9B47-9424-99603F9E465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22151" y="2835113"/>
              <a:ext cx="236274" cy="620617"/>
            </a:xfrm>
            <a:prstGeom prst="curvedConnector3">
              <a:avLst>
                <a:gd name="adj1" fmla="val 19675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0EEE93F-C01E-3A40-8691-929945D29B9C}"/>
                </a:ext>
              </a:extLst>
            </p:cNvPr>
            <p:cNvSpPr txBox="1"/>
            <p:nvPr/>
          </p:nvSpPr>
          <p:spPr>
            <a:xfrm>
              <a:off x="3085028" y="3283830"/>
              <a:ext cx="44313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400"/>
            </a:p>
          </p:txBody>
        </p:sp>
        <p:cxnSp>
          <p:nvCxnSpPr>
            <p:cNvPr id="80" name="直线箭头连接符 79">
              <a:extLst>
                <a:ext uri="{FF2B5EF4-FFF2-40B4-BE49-F238E27FC236}">
                  <a16:creationId xmlns:a16="http://schemas.microsoft.com/office/drawing/2014/main" id="{3476ACA8-B51C-F041-90AA-84667D9BA762}"/>
                </a:ext>
              </a:extLst>
            </p:cNvPr>
            <p:cNvCxnSpPr/>
            <p:nvPr/>
          </p:nvCxnSpPr>
          <p:spPr>
            <a:xfrm>
              <a:off x="4302381" y="3939415"/>
              <a:ext cx="55913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60AFDFD-D644-C246-9767-319218E257C9}"/>
                </a:ext>
              </a:extLst>
            </p:cNvPr>
            <p:cNvSpPr txBox="1"/>
            <p:nvPr/>
          </p:nvSpPr>
          <p:spPr>
            <a:xfrm>
              <a:off x="4727734" y="3824135"/>
              <a:ext cx="1398218" cy="3155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if (nr_reads == </a:t>
              </a:r>
              <a:r>
                <a:rPr kumimoji="1" lang="en-US" altLang="zh-CN" sz="1067" b="1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kumimoji="1" lang="en-US" altLang="zh-CN" sz="1067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pPr algn="ctr"/>
              <a:r>
                <a:rPr kumimoji="1" lang="en-US" altLang="zh-CN" sz="1067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nr_reads = 6</a:t>
              </a:r>
            </a:p>
          </p:txBody>
        </p:sp>
        <p:pic>
          <p:nvPicPr>
            <p:cNvPr id="82" name="图形 81">
              <a:extLst>
                <a:ext uri="{FF2B5EF4-FFF2-40B4-BE49-F238E27FC236}">
                  <a16:creationId xmlns:a16="http://schemas.microsoft.com/office/drawing/2014/main" id="{B4FD2943-0A97-8C4A-8BF1-71C51ACD8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V="1">
              <a:off x="4434843" y="3965906"/>
              <a:ext cx="197178" cy="196554"/>
            </a:xfrm>
            <a:prstGeom prst="rect">
              <a:avLst/>
            </a:prstGeom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5E03C94-7462-E541-9BA2-02D1337FE7F1}"/>
              </a:ext>
            </a:extLst>
          </p:cNvPr>
          <p:cNvGrpSpPr/>
          <p:nvPr/>
        </p:nvGrpSpPr>
        <p:grpSpPr>
          <a:xfrm>
            <a:off x="3791079" y="1240361"/>
            <a:ext cx="4910554" cy="1600439"/>
            <a:chOff x="2843309" y="930271"/>
            <a:chExt cx="3682915" cy="1200329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A34E83D-31C1-3D48-9DAA-9A2DE44BE5F1}"/>
                </a:ext>
              </a:extLst>
            </p:cNvPr>
            <p:cNvGrpSpPr/>
            <p:nvPr/>
          </p:nvGrpSpPr>
          <p:grpSpPr>
            <a:xfrm>
              <a:off x="3731594" y="930271"/>
              <a:ext cx="2794630" cy="1200329"/>
              <a:chOff x="3731594" y="930271"/>
              <a:chExt cx="2794630" cy="1200329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50212CD-CCB5-B644-920A-763C0484BBD1}"/>
                  </a:ext>
                </a:extLst>
              </p:cNvPr>
              <p:cNvSpPr/>
              <p:nvPr/>
            </p:nvSpPr>
            <p:spPr>
              <a:xfrm>
                <a:off x="4150299" y="987017"/>
                <a:ext cx="1597850" cy="11435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67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07E805C-5777-904A-8B01-1B10AD0D4A7A}"/>
                  </a:ext>
                </a:extLst>
              </p:cNvPr>
              <p:cNvSpPr/>
              <p:nvPr/>
            </p:nvSpPr>
            <p:spPr>
              <a:xfrm>
                <a:off x="4148329" y="1954244"/>
                <a:ext cx="1599819" cy="1010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67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A6D3D01-EEBC-B147-95DB-CDBD6B9D15C1}"/>
                  </a:ext>
                </a:extLst>
              </p:cNvPr>
              <p:cNvSpPr/>
              <p:nvPr/>
            </p:nvSpPr>
            <p:spPr>
              <a:xfrm>
                <a:off x="4148330" y="1553193"/>
                <a:ext cx="1599819" cy="1010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67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AD71735-AE68-654E-8C22-E6744A384093}"/>
                  </a:ext>
                </a:extLst>
              </p:cNvPr>
              <p:cNvSpPr txBox="1"/>
              <p:nvPr/>
            </p:nvSpPr>
            <p:spPr>
              <a:xfrm>
                <a:off x="4098843" y="930271"/>
                <a:ext cx="2427381" cy="117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xor   %ebx,%ebx</a:t>
                </a:r>
                <a:endParaRPr lang="en-US" altLang="zh-CN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	......</a:t>
                </a:r>
              </a:p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33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add   $0x1,%ebx</a:t>
                </a:r>
              </a:p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36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call  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XXXXXXXXX</a:t>
                </a:r>
                <a:endParaRPr lang="zh-CN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3B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zh-CN" altLang="en-US" sz="1200" b="1" dirty="0">
                    <a:solidFill>
                      <a:srgbClr val="0432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cmp   $0x6,%ebx</a:t>
                </a:r>
              </a:p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(+0x3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jne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XXXXXXXXX</a:t>
                </a:r>
              </a:p>
              <a:p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	......</a:t>
                </a:r>
              </a:p>
              <a:p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(+0x</a:t>
                </a:r>
                <a:r>
                  <a:rPr lang="en-US" altLang="zh-CN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50</a:t>
                </a:r>
                <a:r>
                  <a:rPr lang="zh-CN" altLang="en-US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zh-CN" altLang="en-US" sz="1200" b="1" dirty="0">
                    <a:solidFill>
                      <a:srgbClr val="0432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cmp   $0x6,%ebx</a:t>
                </a:r>
                <a:endParaRPr lang="en-US" altLang="zh-CN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21" name="直线连接符 20">
                <a:extLst>
                  <a:ext uri="{FF2B5EF4-FFF2-40B4-BE49-F238E27FC236}">
                    <a16:creationId xmlns:a16="http://schemas.microsoft.com/office/drawing/2014/main" id="{8CB8A08E-60B5-F348-AD3C-1CD3BA0583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6133" y="1028988"/>
                <a:ext cx="1944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84260104-3DDA-1C4D-AEDD-3E8C1F252D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6133" y="1717968"/>
                <a:ext cx="1944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箭头连接符 22">
                <a:extLst>
                  <a:ext uri="{FF2B5EF4-FFF2-40B4-BE49-F238E27FC236}">
                    <a16:creationId xmlns:a16="http://schemas.microsoft.com/office/drawing/2014/main" id="{7CC33357-3B8C-7B41-9057-BAA35C7EA4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13" y="1028988"/>
                <a:ext cx="0" cy="68898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09FCC81-FD6A-0644-952B-4F1184A4DFC5}"/>
                  </a:ext>
                </a:extLst>
              </p:cNvPr>
              <p:cNvSpPr txBox="1"/>
              <p:nvPr/>
            </p:nvSpPr>
            <p:spPr>
              <a:xfrm>
                <a:off x="3731594" y="1279114"/>
                <a:ext cx="416735" cy="1924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CN" sz="1067" b="1">
                    <a:latin typeface="+mn-ea"/>
                  </a:rPr>
                  <a:t>Loop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5B8E511-7902-7647-8B91-E8CF49C2D6C4}"/>
                  </a:ext>
                </a:extLst>
              </p:cNvPr>
              <p:cNvSpPr txBox="1"/>
              <p:nvPr/>
            </p:nvSpPr>
            <p:spPr>
              <a:xfrm>
                <a:off x="5720707" y="1464763"/>
                <a:ext cx="778386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i="1"/>
                  <a:t>Critical Span</a:t>
                </a: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45DAF35-0155-804E-A464-827606CDE7E6}"/>
                  </a:ext>
                </a:extLst>
              </p:cNvPr>
              <p:cNvSpPr txBox="1"/>
              <p:nvPr/>
            </p:nvSpPr>
            <p:spPr>
              <a:xfrm>
                <a:off x="5712468" y="1884773"/>
                <a:ext cx="778386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i="1"/>
                  <a:t>Critical Span</a:t>
                </a: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119A02E-4433-2649-B1D4-DCD0E4AB5AD8}"/>
                  </a:ext>
                </a:extLst>
              </p:cNvPr>
              <p:cNvSpPr txBox="1"/>
              <p:nvPr/>
            </p:nvSpPr>
            <p:spPr>
              <a:xfrm>
                <a:off x="5761791" y="1112202"/>
                <a:ext cx="648639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i="1"/>
                  <a:t>Safe Span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2346ABF-556D-BA40-B0D3-1E5D04F7B7DC}"/>
                </a:ext>
              </a:extLst>
            </p:cNvPr>
            <p:cNvGrpSpPr/>
            <p:nvPr/>
          </p:nvGrpSpPr>
          <p:grpSpPr>
            <a:xfrm>
              <a:off x="2843309" y="1768577"/>
              <a:ext cx="1965965" cy="230833"/>
              <a:chOff x="2843309" y="1768577"/>
              <a:chExt cx="1965965" cy="23083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B63589F-7760-7842-8B56-583CC34482EA}"/>
                  </a:ext>
                </a:extLst>
              </p:cNvPr>
              <p:cNvSpPr txBox="1"/>
              <p:nvPr/>
            </p:nvSpPr>
            <p:spPr>
              <a:xfrm>
                <a:off x="2843309" y="1768577"/>
                <a:ext cx="1198886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" altLang="zh-CN" sz="1400" i="1">
                    <a:solidFill>
                      <a:srgbClr val="D93025"/>
                    </a:solidFill>
                    <a:latin typeface="Arial" panose="020B0604020202020204" pitchFamily="34" charset="0"/>
                  </a:rPr>
                  <a:t>Jump if Not Equal</a:t>
                </a:r>
                <a:endParaRPr kumimoji="1" lang="zh-CN" altLang="en-US" sz="1400" i="1"/>
              </a:p>
            </p:txBody>
          </p:sp>
          <p:cxnSp>
            <p:nvCxnSpPr>
              <p:cNvPr id="16" name="肘形连接符 15">
                <a:extLst>
                  <a:ext uri="{FF2B5EF4-FFF2-40B4-BE49-F238E27FC236}">
                    <a16:creationId xmlns:a16="http://schemas.microsoft.com/office/drawing/2014/main" id="{50EC5CCB-0CF6-F841-9AA1-0A5985AB33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62458" y="1455515"/>
                <a:ext cx="114891" cy="77874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3290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780CF285-1FBE-374F-B7B4-EB5DB2CEF5A9}"/>
              </a:ext>
            </a:extLst>
          </p:cNvPr>
          <p:cNvGrpSpPr/>
          <p:nvPr/>
        </p:nvGrpSpPr>
        <p:grpSpPr>
          <a:xfrm>
            <a:off x="1432725" y="3376492"/>
            <a:ext cx="2497076" cy="830816"/>
            <a:chOff x="417902" y="2317080"/>
            <a:chExt cx="1872807" cy="623112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26BCB0B-06A2-5341-A1BA-D28FAD737FC8}"/>
                </a:ext>
              </a:extLst>
            </p:cNvPr>
            <p:cNvSpPr txBox="1"/>
            <p:nvPr/>
          </p:nvSpPr>
          <p:spPr>
            <a:xfrm>
              <a:off x="699877" y="2505313"/>
              <a:ext cx="1440000" cy="434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cmp $0x7, %eax;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jg XXXXXX</a:t>
              </a:r>
            </a:p>
          </p:txBody>
        </p:sp>
        <p:sp>
          <p:nvSpPr>
            <p:cNvPr id="92" name="圆角矩形 91">
              <a:extLst>
                <a:ext uri="{FF2B5EF4-FFF2-40B4-BE49-F238E27FC236}">
                  <a16:creationId xmlns:a16="http://schemas.microsoft.com/office/drawing/2014/main" id="{D55EFF96-B17B-AC46-9E04-D6966B34A800}"/>
                </a:ext>
              </a:extLst>
            </p:cNvPr>
            <p:cNvSpPr/>
            <p:nvPr/>
          </p:nvSpPr>
          <p:spPr>
            <a:xfrm>
              <a:off x="505782" y="2317080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eflags = cmp(</a:t>
              </a:r>
              <a:r>
                <a:rPr kumimoji="1" lang="en-US" altLang="zh-CN" sz="13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</a:t>
              </a:r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%eax)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圆角矩形 95">
              <a:extLst>
                <a:ext uri="{FF2B5EF4-FFF2-40B4-BE49-F238E27FC236}">
                  <a16:creationId xmlns:a16="http://schemas.microsoft.com/office/drawing/2014/main" id="{C0154C31-8158-E148-BB71-5988B118EF3C}"/>
                </a:ext>
              </a:extLst>
            </p:cNvPr>
            <p:cNvSpPr/>
            <p:nvPr/>
          </p:nvSpPr>
          <p:spPr>
            <a:xfrm>
              <a:off x="747902" y="2564562"/>
              <a:ext cx="1542807" cy="193807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98" name="肘形连接符 97">
              <a:extLst>
                <a:ext uri="{FF2B5EF4-FFF2-40B4-BE49-F238E27FC236}">
                  <a16:creationId xmlns:a16="http://schemas.microsoft.com/office/drawing/2014/main" id="{FC8CB0B0-8975-B74B-930E-00CE9F75692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2349" y="2548388"/>
              <a:ext cx="333964" cy="23714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1ADC563B-BC7B-084C-9B27-A3ED516913F6}"/>
                </a:ext>
              </a:extLst>
            </p:cNvPr>
            <p:cNvGrpSpPr/>
            <p:nvPr/>
          </p:nvGrpSpPr>
          <p:grpSpPr>
            <a:xfrm>
              <a:off x="417902" y="2570761"/>
              <a:ext cx="185716" cy="187609"/>
              <a:chOff x="938627" y="2994211"/>
              <a:chExt cx="378260" cy="374400"/>
            </a:xfrm>
          </p:grpSpPr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3173815B-4737-504E-90FA-1EE0724E9EDD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03" name="Picture 4" descr="eBPF - Wikipedia">
                <a:extLst>
                  <a:ext uri="{FF2B5EF4-FFF2-40B4-BE49-F238E27FC236}">
                    <a16:creationId xmlns:a16="http://schemas.microsoft.com/office/drawing/2014/main" id="{45654E06-641B-5B4C-BF10-2268D4A23E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912EACF-0524-6E47-8AFB-9FFE68D4E9B8}"/>
              </a:ext>
            </a:extLst>
          </p:cNvPr>
          <p:cNvGrpSpPr/>
          <p:nvPr/>
        </p:nvGrpSpPr>
        <p:grpSpPr>
          <a:xfrm>
            <a:off x="1413309" y="1740845"/>
            <a:ext cx="2497076" cy="830816"/>
            <a:chOff x="2674864" y="889694"/>
            <a:chExt cx="1872807" cy="623112"/>
          </a:xfrm>
        </p:grpSpPr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56F534A9-3228-064E-B6B5-B62131D0FD3D}"/>
                </a:ext>
              </a:extLst>
            </p:cNvPr>
            <p:cNvSpPr txBox="1"/>
            <p:nvPr/>
          </p:nvSpPr>
          <p:spPr>
            <a:xfrm>
              <a:off x="2956839" y="1077927"/>
              <a:ext cx="1440000" cy="434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mov $0x80, %edx;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cmp %edx, %eax;</a:t>
              </a:r>
            </a:p>
          </p:txBody>
        </p:sp>
        <p:sp>
          <p:nvSpPr>
            <p:cNvPr id="105" name="圆角矩形 104">
              <a:extLst>
                <a:ext uri="{FF2B5EF4-FFF2-40B4-BE49-F238E27FC236}">
                  <a16:creationId xmlns:a16="http://schemas.microsoft.com/office/drawing/2014/main" id="{44BEBE4D-75C6-4F4F-A627-9EBBD5DD9330}"/>
                </a:ext>
              </a:extLst>
            </p:cNvPr>
            <p:cNvSpPr/>
            <p:nvPr/>
          </p:nvSpPr>
          <p:spPr>
            <a:xfrm>
              <a:off x="2762744" y="889694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edx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6" name="圆角矩形 105">
              <a:extLst>
                <a:ext uri="{FF2B5EF4-FFF2-40B4-BE49-F238E27FC236}">
                  <a16:creationId xmlns:a16="http://schemas.microsoft.com/office/drawing/2014/main" id="{DBCD4DC7-3F94-DA45-A5DE-CD8EC38B4960}"/>
                </a:ext>
              </a:extLst>
            </p:cNvPr>
            <p:cNvSpPr/>
            <p:nvPr/>
          </p:nvSpPr>
          <p:spPr>
            <a:xfrm>
              <a:off x="3004864" y="1137177"/>
              <a:ext cx="1542807" cy="182261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07" name="肘形连接符 106">
              <a:extLst>
                <a:ext uri="{FF2B5EF4-FFF2-40B4-BE49-F238E27FC236}">
                  <a16:creationId xmlns:a16="http://schemas.microsoft.com/office/drawing/2014/main" id="{29EE4456-1784-9346-92CC-3922B03540F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19311" y="1121002"/>
              <a:ext cx="333964" cy="23714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CD534554-1BD5-8943-8C40-E91E7E9E9AFF}"/>
                </a:ext>
              </a:extLst>
            </p:cNvPr>
            <p:cNvGrpSpPr/>
            <p:nvPr/>
          </p:nvGrpSpPr>
          <p:grpSpPr>
            <a:xfrm>
              <a:off x="2674864" y="1143375"/>
              <a:ext cx="185716" cy="187609"/>
              <a:chOff x="938627" y="2994211"/>
              <a:chExt cx="378260" cy="374400"/>
            </a:xfrm>
          </p:grpSpPr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0CEF21C3-3CBA-4445-895D-037E49B0A5D2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10" name="Picture 4" descr="eBPF - Wikipedia">
                <a:extLst>
                  <a:ext uri="{FF2B5EF4-FFF2-40B4-BE49-F238E27FC236}">
                    <a16:creationId xmlns:a16="http://schemas.microsoft.com/office/drawing/2014/main" id="{56C3D407-6393-2A47-B28C-13A2BF5ED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2178307-3097-9143-8104-AAA359B23956}"/>
              </a:ext>
            </a:extLst>
          </p:cNvPr>
          <p:cNvGrpSpPr/>
          <p:nvPr/>
        </p:nvGrpSpPr>
        <p:grpSpPr>
          <a:xfrm>
            <a:off x="8026713" y="1465420"/>
            <a:ext cx="2520624" cy="1423860"/>
            <a:chOff x="5156500" y="2497793"/>
            <a:chExt cx="1890002" cy="1117952"/>
          </a:xfrm>
        </p:grpSpPr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AA9CB042-1EDB-BF4A-B36B-6E5C7ED12DE8}"/>
                </a:ext>
              </a:extLst>
            </p:cNvPr>
            <p:cNvSpPr txBox="1"/>
            <p:nvPr/>
          </p:nvSpPr>
          <p:spPr>
            <a:xfrm>
              <a:off x="5417082" y="2732750"/>
              <a:ext cx="1440000" cy="656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and $0xffffffe0, %eax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add $0x40, %eax;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cmp %ax, %r14w</a:t>
              </a:r>
            </a:p>
          </p:txBody>
        </p:sp>
        <p:sp>
          <p:nvSpPr>
            <p:cNvPr id="157" name="圆角矩形 156">
              <a:extLst>
                <a:ext uri="{FF2B5EF4-FFF2-40B4-BE49-F238E27FC236}">
                  <a16:creationId xmlns:a16="http://schemas.microsoft.com/office/drawing/2014/main" id="{E3C22E34-80CD-C94C-80B8-FCAC4988A96F}"/>
                </a:ext>
              </a:extLst>
            </p:cNvPr>
            <p:cNvSpPr/>
            <p:nvPr/>
          </p:nvSpPr>
          <p:spPr>
            <a:xfrm>
              <a:off x="5465107" y="2792001"/>
              <a:ext cx="1542807" cy="378618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58" name="肘形连接符 157">
              <a:extLst>
                <a:ext uri="{FF2B5EF4-FFF2-40B4-BE49-F238E27FC236}">
                  <a16:creationId xmlns:a16="http://schemas.microsoft.com/office/drawing/2014/main" id="{B771854F-502C-8044-8DAE-C9C665DA75B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125132" y="2731894"/>
              <a:ext cx="463666" cy="21628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B959255E-50A4-114C-B4D7-DD23373D3E38}"/>
                </a:ext>
              </a:extLst>
            </p:cNvPr>
            <p:cNvGrpSpPr/>
            <p:nvPr/>
          </p:nvGrpSpPr>
          <p:grpSpPr>
            <a:xfrm>
              <a:off x="5156500" y="2779199"/>
              <a:ext cx="185716" cy="187609"/>
              <a:chOff x="938627" y="2994211"/>
              <a:chExt cx="378260" cy="374400"/>
            </a:xfrm>
          </p:grpSpPr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FCB9F53B-FA51-7D4F-AF5A-E58F2117F379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68" name="Picture 4" descr="eBPF - Wikipedia">
                <a:extLst>
                  <a:ext uri="{FF2B5EF4-FFF2-40B4-BE49-F238E27FC236}">
                    <a16:creationId xmlns:a16="http://schemas.microsoft.com/office/drawing/2014/main" id="{110D44D1-8C36-CA4B-B979-83D2D9792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5" name="圆角矩形 174">
              <a:extLst>
                <a:ext uri="{FF2B5EF4-FFF2-40B4-BE49-F238E27FC236}">
                  <a16:creationId xmlns:a16="http://schemas.microsoft.com/office/drawing/2014/main" id="{A3A403D1-9AFE-A245-A3AC-8AE781E45393}"/>
                </a:ext>
              </a:extLst>
            </p:cNvPr>
            <p:cNvSpPr/>
            <p:nvPr/>
          </p:nvSpPr>
          <p:spPr>
            <a:xfrm>
              <a:off x="5228674" y="3409013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6" name="肘形连接符 175">
              <a:extLst>
                <a:ext uri="{FF2B5EF4-FFF2-40B4-BE49-F238E27FC236}">
                  <a16:creationId xmlns:a16="http://schemas.microsoft.com/office/drawing/2014/main" id="{C5BDEFEF-4AB1-3D46-A73F-338227A33D6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278262" y="3228267"/>
              <a:ext cx="156231" cy="22854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1364486-A11E-4344-A40B-6B240450C291}"/>
                </a:ext>
              </a:extLst>
            </p:cNvPr>
            <p:cNvGrpSpPr/>
            <p:nvPr/>
          </p:nvGrpSpPr>
          <p:grpSpPr>
            <a:xfrm>
              <a:off x="5173260" y="3170619"/>
              <a:ext cx="185716" cy="187609"/>
              <a:chOff x="938627" y="2994211"/>
              <a:chExt cx="378260" cy="374400"/>
            </a:xfrm>
          </p:grpSpPr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99377B6F-2B38-D94B-8BE8-5864654D81C2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9" name="Picture 4" descr="eBPF - Wikipedia">
                <a:extLst>
                  <a:ext uri="{FF2B5EF4-FFF2-40B4-BE49-F238E27FC236}">
                    <a16:creationId xmlns:a16="http://schemas.microsoft.com/office/drawing/2014/main" id="{B57966BD-5A8B-9C4E-9F76-453C341C8B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40037D97-FF5D-0341-AF51-D01EE3E9E761}"/>
                </a:ext>
              </a:extLst>
            </p:cNvPr>
            <p:cNvSpPr txBox="1"/>
            <p:nvPr/>
          </p:nvSpPr>
          <p:spPr>
            <a:xfrm>
              <a:off x="6422447" y="3382197"/>
              <a:ext cx="624055" cy="233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333" b="1" i="1">
                  <a:latin typeface="Segoe UI" panose="020B0502040204020203" pitchFamily="34" charset="0"/>
                  <a:cs typeface="Segoe UI" panose="020B0502040204020203" pitchFamily="34" charset="0"/>
                </a:rPr>
                <a:t>Option2</a:t>
              </a:r>
              <a:endParaRPr kumimoji="1" lang="zh-CN" altLang="en-US" sz="1333" b="1" i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F359EF8C-FE22-094D-B890-8BAAED35A306}"/>
                </a:ext>
              </a:extLst>
            </p:cNvPr>
            <p:cNvSpPr/>
            <p:nvPr/>
          </p:nvSpPr>
          <p:spPr>
            <a:xfrm>
              <a:off x="5224200" y="2536322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– 0x40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B89101BD-E535-C042-A345-2AAA79D43FE9}"/>
                </a:ext>
              </a:extLst>
            </p:cNvPr>
            <p:cNvSpPr txBox="1"/>
            <p:nvPr/>
          </p:nvSpPr>
          <p:spPr>
            <a:xfrm>
              <a:off x="6421977" y="2497793"/>
              <a:ext cx="624055" cy="233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333" b="1" i="1">
                  <a:latin typeface="Segoe UI" panose="020B0502040204020203" pitchFamily="34" charset="0"/>
                  <a:cs typeface="Segoe UI" panose="020B0502040204020203" pitchFamily="34" charset="0"/>
                </a:rPr>
                <a:t>Option1</a:t>
              </a:r>
              <a:endParaRPr kumimoji="1" lang="zh-CN" altLang="en-US" sz="1333" b="1" i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6AC04C05-E644-AD40-93A7-1C1833BF63FE}"/>
              </a:ext>
            </a:extLst>
          </p:cNvPr>
          <p:cNvGrpSpPr/>
          <p:nvPr/>
        </p:nvGrpSpPr>
        <p:grpSpPr>
          <a:xfrm>
            <a:off x="8049059" y="3117467"/>
            <a:ext cx="2513240" cy="1362155"/>
            <a:chOff x="2737505" y="2158754"/>
            <a:chExt cx="1869028" cy="1024725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421D5DBC-C550-BF46-951A-5BF73CD4B98E}"/>
                </a:ext>
              </a:extLst>
            </p:cNvPr>
            <p:cNvSpPr txBox="1"/>
            <p:nvPr/>
          </p:nvSpPr>
          <p:spPr>
            <a:xfrm>
              <a:off x="2982225" y="2448704"/>
              <a:ext cx="1440000" cy="438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solidFill>
                    <a:srgbClr val="000000"/>
                  </a:solidFill>
                  <a:latin typeface="Menlo" panose="020B0609030804020204" pitchFamily="49" charset="0"/>
                </a:rPr>
                <a:t>xor    $0xd,%eax mov    %eax,%esi</a:t>
              </a:r>
            </a:p>
          </p:txBody>
        </p:sp>
        <p:sp>
          <p:nvSpPr>
            <p:cNvPr id="180" name="圆角矩形 179">
              <a:extLst>
                <a:ext uri="{FF2B5EF4-FFF2-40B4-BE49-F238E27FC236}">
                  <a16:creationId xmlns:a16="http://schemas.microsoft.com/office/drawing/2014/main" id="{1D8EDEAC-1DE0-7A4C-A56B-9641505E1B33}"/>
                </a:ext>
              </a:extLst>
            </p:cNvPr>
            <p:cNvSpPr/>
            <p:nvPr/>
          </p:nvSpPr>
          <p:spPr>
            <a:xfrm>
              <a:off x="2793817" y="2189691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eax = eax^(</a:t>
              </a:r>
              <a:r>
                <a:rPr kumimoji="1" lang="en-US" altLang="zh-CN" sz="13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</a:t>
              </a:r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^0xd)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2" name="圆角矩形 181">
              <a:extLst>
                <a:ext uri="{FF2B5EF4-FFF2-40B4-BE49-F238E27FC236}">
                  <a16:creationId xmlns:a16="http://schemas.microsoft.com/office/drawing/2014/main" id="{B36577D9-EEBC-5646-A421-958FEBA9FEED}"/>
                </a:ext>
              </a:extLst>
            </p:cNvPr>
            <p:cNvSpPr/>
            <p:nvPr/>
          </p:nvSpPr>
          <p:spPr>
            <a:xfrm>
              <a:off x="3030250" y="2507953"/>
              <a:ext cx="1542807" cy="199435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83" name="肘形连接符 182">
              <a:extLst>
                <a:ext uri="{FF2B5EF4-FFF2-40B4-BE49-F238E27FC236}">
                  <a16:creationId xmlns:a16="http://schemas.microsoft.com/office/drawing/2014/main" id="{50190F8E-C911-0944-B86F-966C41914AE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805742" y="2381602"/>
              <a:ext cx="230847" cy="21439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9250740E-9F49-CB46-A9BF-8E132BA6C563}"/>
                </a:ext>
              </a:extLst>
            </p:cNvPr>
            <p:cNvGrpSpPr/>
            <p:nvPr/>
          </p:nvGrpSpPr>
          <p:grpSpPr>
            <a:xfrm>
              <a:off x="2739378" y="2452420"/>
              <a:ext cx="185716" cy="187609"/>
              <a:chOff x="938627" y="2994211"/>
              <a:chExt cx="378260" cy="374400"/>
            </a:xfrm>
          </p:grpSpPr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CD2FDED-AD8E-AF4B-B0AF-D36A787452B4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8" name="Picture 4" descr="eBPF - Wikipedia">
                <a:extLst>
                  <a:ext uri="{FF2B5EF4-FFF2-40B4-BE49-F238E27FC236}">
                    <a16:creationId xmlns:a16="http://schemas.microsoft.com/office/drawing/2014/main" id="{6F02963B-3AA1-0547-A918-83F705298F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8" name="圆角矩形 187">
              <a:extLst>
                <a:ext uri="{FF2B5EF4-FFF2-40B4-BE49-F238E27FC236}">
                  <a16:creationId xmlns:a16="http://schemas.microsoft.com/office/drawing/2014/main" id="{E3744C42-67A1-3B43-AC86-8C0DBCE4B242}"/>
                </a:ext>
              </a:extLst>
            </p:cNvPr>
            <p:cNvSpPr/>
            <p:nvPr/>
          </p:nvSpPr>
          <p:spPr>
            <a:xfrm>
              <a:off x="2793817" y="2986526"/>
              <a:ext cx="1783714" cy="18646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91" name="肘形连接符 190">
              <a:extLst>
                <a:ext uri="{FF2B5EF4-FFF2-40B4-BE49-F238E27FC236}">
                  <a16:creationId xmlns:a16="http://schemas.microsoft.com/office/drawing/2014/main" id="{2CAA9727-3940-9F45-907B-7C4F90F84FA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818336" y="2777802"/>
              <a:ext cx="199434" cy="22161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2204354A-4FBB-E04B-BA7D-CBB4B5EBB042}"/>
                </a:ext>
              </a:extLst>
            </p:cNvPr>
            <p:cNvGrpSpPr/>
            <p:nvPr/>
          </p:nvGrpSpPr>
          <p:grpSpPr>
            <a:xfrm>
              <a:off x="2737505" y="2733218"/>
              <a:ext cx="185716" cy="187609"/>
              <a:chOff x="938627" y="2994211"/>
              <a:chExt cx="378260" cy="374400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FBF5AD30-23FB-0342-A063-94227F28E120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6" name="Picture 4" descr="eBPF - Wikipedia">
                <a:extLst>
                  <a:ext uri="{FF2B5EF4-FFF2-40B4-BE49-F238E27FC236}">
                    <a16:creationId xmlns:a16="http://schemas.microsoft.com/office/drawing/2014/main" id="{C9B4A8B3-84F1-8B46-BFCE-7AEAD11F7F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87626798-178A-9F46-8D3E-C142F2976546}"/>
                </a:ext>
              </a:extLst>
            </p:cNvPr>
            <p:cNvSpPr txBox="1"/>
            <p:nvPr/>
          </p:nvSpPr>
          <p:spPr>
            <a:xfrm>
              <a:off x="3981744" y="2158754"/>
              <a:ext cx="618943" cy="2237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333" b="1" i="1">
                  <a:latin typeface="Segoe UI" panose="020B0502040204020203" pitchFamily="34" charset="0"/>
                  <a:cs typeface="Segoe UI" panose="020B0502040204020203" pitchFamily="34" charset="0"/>
                </a:rPr>
                <a:t>Option1</a:t>
              </a:r>
              <a:endParaRPr kumimoji="1" lang="zh-CN" altLang="en-US" sz="1333" b="1" i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0227D6E2-10DF-4343-AFD7-01D2A384FA80}"/>
                </a:ext>
              </a:extLst>
            </p:cNvPr>
            <p:cNvSpPr txBox="1"/>
            <p:nvPr/>
          </p:nvSpPr>
          <p:spPr>
            <a:xfrm>
              <a:off x="3987590" y="2959710"/>
              <a:ext cx="618943" cy="2237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333" b="1" i="1">
                  <a:latin typeface="Segoe UI" panose="020B0502040204020203" pitchFamily="34" charset="0"/>
                  <a:cs typeface="Segoe UI" panose="020B0502040204020203" pitchFamily="34" charset="0"/>
                </a:rPr>
                <a:t>Option2</a:t>
              </a:r>
              <a:endParaRPr kumimoji="1" lang="zh-CN" altLang="en-US" sz="1333" b="1" i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5D51477-0078-CB48-9814-E4A2EC55B6F2}"/>
              </a:ext>
            </a:extLst>
          </p:cNvPr>
          <p:cNvGrpSpPr/>
          <p:nvPr/>
        </p:nvGrpSpPr>
        <p:grpSpPr>
          <a:xfrm>
            <a:off x="3728691" y="839665"/>
            <a:ext cx="5059868" cy="307777"/>
            <a:chOff x="1138897" y="344529"/>
            <a:chExt cx="3794901" cy="230833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4BBC295-92F2-8F4A-BB2A-182C05E21E22}"/>
                </a:ext>
              </a:extLst>
            </p:cNvPr>
            <p:cNvGrpSpPr/>
            <p:nvPr/>
          </p:nvGrpSpPr>
          <p:grpSpPr>
            <a:xfrm>
              <a:off x="1138897" y="344529"/>
              <a:ext cx="1389700" cy="230833"/>
              <a:chOff x="2470637" y="517032"/>
              <a:chExt cx="1389700" cy="230833"/>
            </a:xfrm>
          </p:grpSpPr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C3D5D641-9824-244F-ACC1-8A52542A378A}"/>
                  </a:ext>
                </a:extLst>
              </p:cNvPr>
              <p:cNvSpPr txBox="1"/>
              <p:nvPr/>
            </p:nvSpPr>
            <p:spPr>
              <a:xfrm>
                <a:off x="3081951" y="517032"/>
                <a:ext cx="778386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i="1"/>
                  <a:t>Critical Span</a:t>
                </a:r>
              </a:p>
            </p:txBody>
          </p:sp>
          <p:sp>
            <p:nvSpPr>
              <p:cNvPr id="189" name="圆角矩形 188">
                <a:extLst>
                  <a:ext uri="{FF2B5EF4-FFF2-40B4-BE49-F238E27FC236}">
                    <a16:creationId xmlns:a16="http://schemas.microsoft.com/office/drawing/2014/main" id="{69186B62-D8E6-0446-B875-505352D85875}"/>
                  </a:ext>
                </a:extLst>
              </p:cNvPr>
              <p:cNvSpPr/>
              <p:nvPr/>
            </p:nvSpPr>
            <p:spPr>
              <a:xfrm>
                <a:off x="2470637" y="551957"/>
                <a:ext cx="531289" cy="174103"/>
              </a:xfrm>
              <a:prstGeom prst="roundRect">
                <a:avLst/>
              </a:prstGeom>
              <a:noFill/>
              <a:ln w="12700">
                <a:solidFill>
                  <a:srgbClr val="0432FF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825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2DB72E1-E009-FB48-9C36-318B747D8B78}"/>
                </a:ext>
              </a:extLst>
            </p:cNvPr>
            <p:cNvGrpSpPr/>
            <p:nvPr/>
          </p:nvGrpSpPr>
          <p:grpSpPr>
            <a:xfrm>
              <a:off x="3049887" y="344529"/>
              <a:ext cx="1883911" cy="230833"/>
              <a:chOff x="4044209" y="495351"/>
              <a:chExt cx="1883911" cy="230833"/>
            </a:xfrm>
          </p:grpSpPr>
          <p:sp>
            <p:nvSpPr>
              <p:cNvPr id="190" name="圆角矩形 189">
                <a:extLst>
                  <a:ext uri="{FF2B5EF4-FFF2-40B4-BE49-F238E27FC236}">
                    <a16:creationId xmlns:a16="http://schemas.microsoft.com/office/drawing/2014/main" id="{372D763C-9567-B844-BC6C-3844992CDABB}"/>
                  </a:ext>
                </a:extLst>
              </p:cNvPr>
              <p:cNvSpPr/>
              <p:nvPr/>
            </p:nvSpPr>
            <p:spPr>
              <a:xfrm>
                <a:off x="4044209" y="533345"/>
                <a:ext cx="531289" cy="174103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AAB1368E-3CCC-894C-905D-2C832F12E19B}"/>
                  </a:ext>
                </a:extLst>
              </p:cNvPr>
              <p:cNvSpPr txBox="1"/>
              <p:nvPr/>
            </p:nvSpPr>
            <p:spPr>
              <a:xfrm>
                <a:off x="4676719" y="495351"/>
                <a:ext cx="1251401" cy="230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i="1"/>
                  <a:t>Pre handler of Kprobe</a:t>
                </a: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7BCBB6A-BDCA-6441-B974-38F3308A43A7}"/>
              </a:ext>
            </a:extLst>
          </p:cNvPr>
          <p:cNvGrpSpPr/>
          <p:nvPr/>
        </p:nvGrpSpPr>
        <p:grpSpPr>
          <a:xfrm>
            <a:off x="4683333" y="1573629"/>
            <a:ext cx="2473660" cy="1254200"/>
            <a:chOff x="3512499" y="1180222"/>
            <a:chExt cx="1855245" cy="940650"/>
          </a:xfrm>
        </p:grpSpPr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DC4C1EE9-A78C-BB40-8E7D-1E251578ECED}"/>
                </a:ext>
              </a:extLst>
            </p:cNvPr>
            <p:cNvSpPr txBox="1"/>
            <p:nvPr/>
          </p:nvSpPr>
          <p:spPr>
            <a:xfrm>
              <a:off x="3776912" y="1412232"/>
              <a:ext cx="1440000" cy="434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shl $0xa,%rax;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cmp %rax, %rcx;</a:t>
              </a:r>
            </a:p>
          </p:txBody>
        </p:sp>
        <p:sp>
          <p:nvSpPr>
            <p:cNvPr id="201" name="圆角矩形 200">
              <a:extLst>
                <a:ext uri="{FF2B5EF4-FFF2-40B4-BE49-F238E27FC236}">
                  <a16:creationId xmlns:a16="http://schemas.microsoft.com/office/drawing/2014/main" id="{5A0FCCEB-F688-654B-A4B2-B4E50E33AAF0}"/>
                </a:ext>
              </a:extLst>
            </p:cNvPr>
            <p:cNvSpPr/>
            <p:nvPr/>
          </p:nvSpPr>
          <p:spPr>
            <a:xfrm>
              <a:off x="3824937" y="1471405"/>
              <a:ext cx="1542807" cy="195279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2" name="肘形连接符 201">
              <a:extLst>
                <a:ext uri="{FF2B5EF4-FFF2-40B4-BE49-F238E27FC236}">
                  <a16:creationId xmlns:a16="http://schemas.microsoft.com/office/drawing/2014/main" id="{FF622596-974F-0C4C-B4D6-01EE7DD1181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58735" y="1321084"/>
              <a:ext cx="290217" cy="219836"/>
            </a:xfrm>
            <a:prstGeom prst="bentConnector3">
              <a:avLst>
                <a:gd name="adj1" fmla="val 10090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E845FADB-D4E1-554D-BF28-0F17A64A4129}"/>
                </a:ext>
              </a:extLst>
            </p:cNvPr>
            <p:cNvGrpSpPr/>
            <p:nvPr/>
          </p:nvGrpSpPr>
          <p:grpSpPr>
            <a:xfrm>
              <a:off x="3512499" y="1460533"/>
              <a:ext cx="185716" cy="187365"/>
              <a:chOff x="938627" y="2994211"/>
              <a:chExt cx="378260" cy="374400"/>
            </a:xfrm>
          </p:grpSpPr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0A9E5568-1DD7-154A-BBD7-FE544308F64D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12" name="Picture 4" descr="eBPF - Wikipedia">
                <a:extLst>
                  <a:ext uri="{FF2B5EF4-FFF2-40B4-BE49-F238E27FC236}">
                    <a16:creationId xmlns:a16="http://schemas.microsoft.com/office/drawing/2014/main" id="{2F03F36F-A0D0-BA40-BDC1-546D2ED03D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8" name="圆角矩形 207">
              <a:extLst>
                <a:ext uri="{FF2B5EF4-FFF2-40B4-BE49-F238E27FC236}">
                  <a16:creationId xmlns:a16="http://schemas.microsoft.com/office/drawing/2014/main" id="{CA2C144B-E879-6344-8D5C-19C181121A9B}"/>
                </a:ext>
              </a:extLst>
            </p:cNvPr>
            <p:cNvSpPr/>
            <p:nvPr/>
          </p:nvSpPr>
          <p:spPr>
            <a:xfrm>
              <a:off x="3575726" y="1180222"/>
              <a:ext cx="1783714" cy="1872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tmp = rax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8" name="肘形连接符 87">
              <a:extLst>
                <a:ext uri="{FF2B5EF4-FFF2-40B4-BE49-F238E27FC236}">
                  <a16:creationId xmlns:a16="http://schemas.microsoft.com/office/drawing/2014/main" id="{8A4C180D-4D17-CC42-BA5C-2643ECD3788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604721" y="1752173"/>
              <a:ext cx="198829" cy="22349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圆角矩形 92">
              <a:extLst>
                <a:ext uri="{FF2B5EF4-FFF2-40B4-BE49-F238E27FC236}">
                  <a16:creationId xmlns:a16="http://schemas.microsoft.com/office/drawing/2014/main" id="{2F859A82-B0E5-4B47-B2CA-E6A5136B66BF}"/>
                </a:ext>
              </a:extLst>
            </p:cNvPr>
            <p:cNvSpPr/>
            <p:nvPr/>
          </p:nvSpPr>
          <p:spPr>
            <a:xfrm>
              <a:off x="3575726" y="1934651"/>
              <a:ext cx="1783714" cy="1862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rax &lt;&lt;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98DE4D92-14DF-9149-BD6D-2149C8E9B4F0}"/>
                </a:ext>
              </a:extLst>
            </p:cNvPr>
            <p:cNvGrpSpPr/>
            <p:nvPr/>
          </p:nvGrpSpPr>
          <p:grpSpPr>
            <a:xfrm>
              <a:off x="3517551" y="1704250"/>
              <a:ext cx="185716" cy="187365"/>
              <a:chOff x="938627" y="2994211"/>
              <a:chExt cx="378260" cy="374400"/>
            </a:xfrm>
          </p:grpSpPr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8AE111A7-9A1E-714C-AEA7-C4CEDE5E898D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12" name="Picture 4" descr="eBPF - Wikipedia">
                <a:extLst>
                  <a:ext uri="{FF2B5EF4-FFF2-40B4-BE49-F238E27FC236}">
                    <a16:creationId xmlns:a16="http://schemas.microsoft.com/office/drawing/2014/main" id="{2BBDD017-1F47-0A47-9223-E54A427342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65A1A2F-9703-F042-BAC1-42682EAD0F54}"/>
              </a:ext>
            </a:extLst>
          </p:cNvPr>
          <p:cNvGrpSpPr/>
          <p:nvPr/>
        </p:nvGrpSpPr>
        <p:grpSpPr>
          <a:xfrm>
            <a:off x="4696069" y="3233342"/>
            <a:ext cx="2473660" cy="1265885"/>
            <a:chOff x="3522051" y="2425006"/>
            <a:chExt cx="1855245" cy="949414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A0BA9FE-F3D2-3148-8B1E-B95CA9BB55FC}"/>
                </a:ext>
              </a:extLst>
            </p:cNvPr>
            <p:cNvSpPr txBox="1"/>
            <p:nvPr/>
          </p:nvSpPr>
          <p:spPr>
            <a:xfrm>
              <a:off x="3786464" y="2657016"/>
              <a:ext cx="1440000" cy="434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and $0xf,%edx </a:t>
              </a:r>
            </a:p>
            <a:p>
              <a:pPr>
                <a:lnSpc>
                  <a:spcPct val="125000"/>
                </a:lnSpc>
              </a:pPr>
              <a:r>
                <a:rPr lang="en" altLang="zh-CN" sz="1333">
                  <a:latin typeface="Segoe UI" panose="020B0502040204020203" pitchFamily="34" charset="0"/>
                  <a:cs typeface="Segoe UI" panose="020B0502040204020203" pitchFamily="34" charset="0"/>
                </a:rPr>
                <a:t>jne XXXXXX</a:t>
              </a:r>
            </a:p>
          </p:txBody>
        </p:sp>
        <p:sp>
          <p:nvSpPr>
            <p:cNvPr id="82" name="圆角矩形 81">
              <a:extLst>
                <a:ext uri="{FF2B5EF4-FFF2-40B4-BE49-F238E27FC236}">
                  <a16:creationId xmlns:a16="http://schemas.microsoft.com/office/drawing/2014/main" id="{871D06AE-AA57-A34B-96B6-69A81E880AE7}"/>
                </a:ext>
              </a:extLst>
            </p:cNvPr>
            <p:cNvSpPr/>
            <p:nvPr/>
          </p:nvSpPr>
          <p:spPr>
            <a:xfrm>
              <a:off x="3834489" y="2716189"/>
              <a:ext cx="1542807" cy="195279"/>
            </a:xfrm>
            <a:prstGeom prst="roundRect">
              <a:avLst/>
            </a:prstGeom>
            <a:noFill/>
            <a:ln w="12700">
              <a:solidFill>
                <a:srgbClr val="0432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825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3" name="肘形连接符 82">
              <a:extLst>
                <a:ext uri="{FF2B5EF4-FFF2-40B4-BE49-F238E27FC236}">
                  <a16:creationId xmlns:a16="http://schemas.microsoft.com/office/drawing/2014/main" id="{B1E0CDEB-11A6-2141-8900-D5362E1B6A3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8287" y="2565868"/>
              <a:ext cx="290217" cy="219836"/>
            </a:xfrm>
            <a:prstGeom prst="bentConnector3">
              <a:avLst>
                <a:gd name="adj1" fmla="val 10090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76ED315A-DEE6-E54F-967E-B83502994A54}"/>
                </a:ext>
              </a:extLst>
            </p:cNvPr>
            <p:cNvGrpSpPr/>
            <p:nvPr/>
          </p:nvGrpSpPr>
          <p:grpSpPr>
            <a:xfrm>
              <a:off x="3522051" y="2705317"/>
              <a:ext cx="185716" cy="187365"/>
              <a:chOff x="938627" y="2994211"/>
              <a:chExt cx="378260" cy="374400"/>
            </a:xfrm>
          </p:grpSpPr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93825249-A066-1C43-B218-A326EB3A31C7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23" name="Picture 4" descr="eBPF - Wikipedia">
                <a:extLst>
                  <a:ext uri="{FF2B5EF4-FFF2-40B4-BE49-F238E27FC236}">
                    <a16:creationId xmlns:a16="http://schemas.microsoft.com/office/drawing/2014/main" id="{6A3643E3-AA47-0A4D-9A3B-92E4848EAA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4" name="圆角矩形 93">
              <a:extLst>
                <a:ext uri="{FF2B5EF4-FFF2-40B4-BE49-F238E27FC236}">
                  <a16:creationId xmlns:a16="http://schemas.microsoft.com/office/drawing/2014/main" id="{7B7B22D7-7BDC-3743-8597-4BA6F6A647C5}"/>
                </a:ext>
              </a:extLst>
            </p:cNvPr>
            <p:cNvSpPr/>
            <p:nvPr/>
          </p:nvSpPr>
          <p:spPr>
            <a:xfrm>
              <a:off x="3585278" y="2425006"/>
              <a:ext cx="1783714" cy="1862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tmp = edx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13" name="肘形连接符 112">
              <a:extLst>
                <a:ext uri="{FF2B5EF4-FFF2-40B4-BE49-F238E27FC236}">
                  <a16:creationId xmlns:a16="http://schemas.microsoft.com/office/drawing/2014/main" id="{1EC80B09-CA62-BC4E-9455-E7EB6EBFBE1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615210" y="2994681"/>
              <a:ext cx="198829" cy="22349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CD1EBAA6-FA37-2D47-84FC-BDA5FF03B6E1}"/>
                </a:ext>
              </a:extLst>
            </p:cNvPr>
            <p:cNvGrpSpPr/>
            <p:nvPr/>
          </p:nvGrpSpPr>
          <p:grpSpPr>
            <a:xfrm>
              <a:off x="3528040" y="2946758"/>
              <a:ext cx="185716" cy="187365"/>
              <a:chOff x="938627" y="2994211"/>
              <a:chExt cx="378260" cy="374400"/>
            </a:xfrm>
          </p:grpSpPr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E944E05D-DD9E-3E4F-A337-016DA567B0AD}"/>
                  </a:ext>
                </a:extLst>
              </p:cNvPr>
              <p:cNvSpPr/>
              <p:nvPr/>
            </p:nvSpPr>
            <p:spPr>
              <a:xfrm>
                <a:off x="938627" y="2994211"/>
                <a:ext cx="378260" cy="37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917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16" name="Picture 4" descr="eBPF - Wikipedia">
                <a:extLst>
                  <a:ext uri="{FF2B5EF4-FFF2-40B4-BE49-F238E27FC236}">
                    <a16:creationId xmlns:a16="http://schemas.microsoft.com/office/drawing/2014/main" id="{E3037C9E-3A55-BF4F-A367-D402D80D8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645"/>
              <a:stretch/>
            </p:blipFill>
            <p:spPr bwMode="auto">
              <a:xfrm>
                <a:off x="938627" y="2998123"/>
                <a:ext cx="342768" cy="347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7" name="圆角矩形 116">
              <a:extLst>
                <a:ext uri="{FF2B5EF4-FFF2-40B4-BE49-F238E27FC236}">
                  <a16:creationId xmlns:a16="http://schemas.microsoft.com/office/drawing/2014/main" id="{911286EA-9C9B-1E49-BE24-94E70752546A}"/>
                </a:ext>
              </a:extLst>
            </p:cNvPr>
            <p:cNvSpPr/>
            <p:nvPr/>
          </p:nvSpPr>
          <p:spPr>
            <a:xfrm>
              <a:off x="3585278" y="3188199"/>
              <a:ext cx="1783714" cy="1862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edx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 </a:t>
              </a:r>
              <a:r>
                <a:rPr kumimoji="1" lang="en-US" altLang="zh-CN" sz="1333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 </a:t>
              </a:r>
              <a:r>
                <a:rPr kumimoji="1" lang="en-US" altLang="zh-CN" sz="1333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&amp; tmp </a:t>
              </a:r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336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D723EC-ED40-8A23-871D-88E09FC6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11" y="306481"/>
            <a:ext cx="10702378" cy="49069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68FE3E-A8D0-FBEC-3A9B-5F64D43EF4E0}"/>
                  </a:ext>
                </a:extLst>
              </p:cNvPr>
              <p:cNvSpPr txBox="1"/>
              <p:nvPr/>
            </p:nvSpPr>
            <p:spPr>
              <a:xfrm>
                <a:off x="1747029" y="4877581"/>
                <a:ext cx="1451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Eax</a:t>
                </a:r>
                <a:r>
                  <a:rPr lang="en-US" dirty="0"/>
                  <a:t> &lt;- 10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68FE3E-A8D0-FBEC-3A9B-5F64D43E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29" y="4877581"/>
                <a:ext cx="1451616" cy="369332"/>
              </a:xfrm>
              <a:prstGeom prst="rect">
                <a:avLst/>
              </a:prstGeom>
              <a:blipFill>
                <a:blip r:embed="rId3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0510C4-32C1-9C82-A176-BF76C912A803}"/>
                  </a:ext>
                </a:extLst>
              </p:cNvPr>
              <p:cNvSpPr txBox="1"/>
              <p:nvPr/>
            </p:nvSpPr>
            <p:spPr>
              <a:xfrm>
                <a:off x="5302113" y="4911049"/>
                <a:ext cx="1515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Eax</a:t>
                </a:r>
                <a:r>
                  <a:rPr lang="en-US" dirty="0"/>
                  <a:t> &lt;- 20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0510C4-32C1-9C82-A176-BF76C912A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113" y="4911049"/>
                <a:ext cx="1515736" cy="369332"/>
              </a:xfrm>
              <a:prstGeom prst="rect">
                <a:avLst/>
              </a:prstGeom>
              <a:blipFill>
                <a:blip r:embed="rId4"/>
                <a:stretch>
                  <a:fillRect l="-333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F0AA6-96E1-003B-FEA0-8254A51015A4}"/>
                  </a:ext>
                </a:extLst>
              </p:cNvPr>
              <p:cNvSpPr txBox="1"/>
              <p:nvPr/>
            </p:nvSpPr>
            <p:spPr>
              <a:xfrm>
                <a:off x="8921317" y="4796328"/>
                <a:ext cx="1451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Eax</a:t>
                </a:r>
                <a:r>
                  <a:rPr lang="en-US" dirty="0"/>
                  <a:t> &lt;- 34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F0AA6-96E1-003B-FEA0-8254A5101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317" y="4796328"/>
                <a:ext cx="1451616" cy="369332"/>
              </a:xfrm>
              <a:prstGeom prst="rect">
                <a:avLst/>
              </a:prstGeom>
              <a:blipFill>
                <a:blip r:embed="rId5"/>
                <a:stretch>
                  <a:fillRect l="-347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A5CA38-6FC8-ACF7-1B30-0B21E88A35C5}"/>
              </a:ext>
            </a:extLst>
          </p:cNvPr>
          <p:cNvSpPr txBox="1"/>
          <p:nvPr/>
        </p:nvSpPr>
        <p:spPr>
          <a:xfrm>
            <a:off x="1735387" y="5668881"/>
            <a:ext cx="9466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find where is IV, </a:t>
            </a:r>
            <a:r>
              <a:rPr lang="en-US" dirty="0" err="1"/>
              <a:t>Eax</a:t>
            </a:r>
            <a:r>
              <a:rPr lang="en-US" dirty="0"/>
              <a:t> = IV * </a:t>
            </a:r>
            <a:r>
              <a:rPr lang="en-US" dirty="0" err="1"/>
              <a:t>edx</a:t>
            </a:r>
            <a:r>
              <a:rPr lang="en-US" dirty="0"/>
              <a:t> in the original copy (V = 5),</a:t>
            </a:r>
          </a:p>
          <a:p>
            <a:r>
              <a:rPr lang="en-US" dirty="0"/>
              <a:t>compares 10 and 20 to get the IV position (symbolic states is robust), so we know </a:t>
            </a:r>
            <a:r>
              <a:rPr lang="en-US" dirty="0" err="1"/>
              <a:t>eax</a:t>
            </a:r>
            <a:r>
              <a:rPr lang="en-US" dirty="0"/>
              <a:t> = IV * </a:t>
            </a:r>
            <a:r>
              <a:rPr lang="en-US" dirty="0" err="1"/>
              <a:t>edx</a:t>
            </a:r>
            <a:endParaRPr lang="en-US" dirty="0"/>
          </a:p>
          <a:p>
            <a:r>
              <a:rPr lang="en-US" dirty="0"/>
              <a:t>This solve the issue of </a:t>
            </a:r>
            <a:r>
              <a:rPr lang="en-US" dirty="0" err="1"/>
              <a:t>eax</a:t>
            </a:r>
            <a:r>
              <a:rPr lang="en-US" dirty="0"/>
              <a:t> = 10 * </a:t>
            </a:r>
            <a:r>
              <a:rPr lang="en-US" dirty="0" err="1"/>
              <a:t>edx</a:t>
            </a:r>
            <a:r>
              <a:rPr lang="en-US" dirty="0"/>
              <a:t> + 3 (which one??)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BC977C-015F-99E4-E9D6-C8CE7631493A}"/>
              </a:ext>
            </a:extLst>
          </p:cNvPr>
          <p:cNvSpPr txBox="1"/>
          <p:nvPr/>
        </p:nvSpPr>
        <p:spPr>
          <a:xfrm>
            <a:off x="127000" y="4871747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Symbolic states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8A714-4BD4-42AD-F09C-56457774AD25}"/>
              </a:ext>
            </a:extLst>
          </p:cNvPr>
          <p:cNvSpPr txBox="1"/>
          <p:nvPr/>
        </p:nvSpPr>
        <p:spPr>
          <a:xfrm>
            <a:off x="57173" y="5230990"/>
            <a:ext cx="175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to registers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727493-2FA4-85AD-D942-820234403C33}"/>
              </a:ext>
            </a:extLst>
          </p:cNvPr>
          <p:cNvSpPr txBox="1"/>
          <p:nvPr/>
        </p:nvSpPr>
        <p:spPr>
          <a:xfrm>
            <a:off x="1735387" y="5205484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Eax</a:t>
            </a:r>
            <a:r>
              <a:rPr lang="en-US" dirty="0"/>
              <a:t> = 10 * </a:t>
            </a:r>
            <a:r>
              <a:rPr lang="en-US" dirty="0" err="1"/>
              <a:t>edx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75B58-66EA-BE28-C96F-FCA81D6DEFD1}"/>
              </a:ext>
            </a:extLst>
          </p:cNvPr>
          <p:cNvSpPr txBox="1"/>
          <p:nvPr/>
        </p:nvSpPr>
        <p:spPr>
          <a:xfrm>
            <a:off x="5168037" y="5256497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Eax</a:t>
            </a:r>
            <a:r>
              <a:rPr lang="en-US" dirty="0"/>
              <a:t> = 20 * </a:t>
            </a:r>
            <a:r>
              <a:rPr lang="en-US" dirty="0" err="1"/>
              <a:t>edx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2659D7-0B92-F90D-8089-4A853100D33A}"/>
              </a:ext>
            </a:extLst>
          </p:cNvPr>
          <p:cNvSpPr txBox="1"/>
          <p:nvPr/>
        </p:nvSpPr>
        <p:spPr>
          <a:xfrm>
            <a:off x="8870501" y="5245167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Eax</a:t>
            </a:r>
            <a:r>
              <a:rPr lang="en-US" dirty="0"/>
              <a:t> = 34 * </a:t>
            </a:r>
            <a:r>
              <a:rPr lang="en-US" dirty="0" err="1"/>
              <a:t>eax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9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B4BA-4886-A6D3-3996-24BC5D7F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4574A3-429C-CAC4-06C5-D216BE7C4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765" b="18766"/>
          <a:stretch>
            <a:fillRect/>
          </a:stretch>
        </p:blipFill>
        <p:spPr>
          <a:xfrm>
            <a:off x="1" y="939800"/>
            <a:ext cx="3261850" cy="3352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A30045-9158-3534-0797-180B2E94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5" r="34237" b="19472"/>
          <a:stretch>
            <a:fillRect/>
          </a:stretch>
        </p:blipFill>
        <p:spPr>
          <a:xfrm>
            <a:off x="3162288" y="939801"/>
            <a:ext cx="2514613" cy="34619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7CAD2-C88B-888C-13EF-5C57FC325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76" r="906" b="16686"/>
          <a:stretch>
            <a:fillRect/>
          </a:stretch>
        </p:blipFill>
        <p:spPr>
          <a:xfrm>
            <a:off x="5717507" y="1249759"/>
            <a:ext cx="2430522" cy="34619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70C35C-22F7-D6B7-441D-BFDBE782A740}"/>
              </a:ext>
            </a:extLst>
          </p:cNvPr>
          <p:cNvSpPr/>
          <p:nvPr/>
        </p:nvSpPr>
        <p:spPr>
          <a:xfrm>
            <a:off x="788483" y="2179754"/>
            <a:ext cx="1916617" cy="1465146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8ED64-317A-64C2-208D-38480EBB5020}"/>
              </a:ext>
            </a:extLst>
          </p:cNvPr>
          <p:cNvSpPr/>
          <p:nvPr/>
        </p:nvSpPr>
        <p:spPr>
          <a:xfrm>
            <a:off x="3355919" y="2273717"/>
            <a:ext cx="1903315" cy="1472783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5B577-6CC9-7A59-26E2-8E016606F629}"/>
              </a:ext>
            </a:extLst>
          </p:cNvPr>
          <p:cNvSpPr/>
          <p:nvPr/>
        </p:nvSpPr>
        <p:spPr>
          <a:xfrm>
            <a:off x="5717507" y="2590800"/>
            <a:ext cx="1903315" cy="31750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5EB652-1226-F1C7-D561-458731B7CC6B}"/>
              </a:ext>
            </a:extLst>
          </p:cNvPr>
          <p:cNvSpPr txBox="1"/>
          <p:nvPr/>
        </p:nvSpPr>
        <p:spPr>
          <a:xfrm>
            <a:off x="8282451" y="2010886"/>
            <a:ext cx="1999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eax</a:t>
            </a:r>
            <a:r>
              <a:rPr lang="en-US" dirty="0"/>
              <a:t>=</a:t>
            </a:r>
            <a:r>
              <a:rPr lang="el-GR" dirty="0"/>
              <a:t>δ</a:t>
            </a:r>
          </a:p>
          <a:p>
            <a:r>
              <a:rPr lang="en-US" dirty="0" err="1"/>
              <a:t>eax</a:t>
            </a:r>
            <a:r>
              <a:rPr lang="en-US" dirty="0"/>
              <a:t>=4</a:t>
            </a:r>
            <a:r>
              <a:rPr lang="el-GR" dirty="0"/>
              <a:t>δ</a:t>
            </a:r>
          </a:p>
          <a:p>
            <a:r>
              <a:rPr lang="en-US" dirty="0"/>
              <a:t>(No change to 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r>
              <a:rPr lang="en-US" dirty="0" err="1"/>
              <a:t>eax</a:t>
            </a:r>
            <a:r>
              <a:rPr lang="en-US" dirty="0"/>
              <a:t>=4</a:t>
            </a:r>
            <a:r>
              <a:rPr lang="el-GR" dirty="0" err="1"/>
              <a:t>δ+δ</a:t>
            </a:r>
            <a:r>
              <a:rPr lang="el-GR" dirty="0"/>
              <a:t>=5δ</a:t>
            </a:r>
          </a:p>
          <a:p>
            <a:r>
              <a:rPr lang="el-GR" dirty="0"/>
              <a:t>,</a:t>
            </a:r>
            <a:r>
              <a:rPr lang="en-US" dirty="0" err="1"/>
              <a:t>eax</a:t>
            </a:r>
            <a:r>
              <a:rPr lang="en-US" dirty="0"/>
              <a:t>=5</a:t>
            </a:r>
            <a:r>
              <a:rPr lang="el-GR" dirty="0"/>
              <a:t>δ×4=20δ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8CB100-5FE8-1008-D5C1-CFE625DED9A3}"/>
              </a:ext>
            </a:extLst>
          </p:cNvPr>
          <p:cNvSpPr txBox="1"/>
          <p:nvPr/>
        </p:nvSpPr>
        <p:spPr>
          <a:xfrm>
            <a:off x="901688" y="4635917"/>
            <a:ext cx="19928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eax</a:t>
            </a:r>
            <a:r>
              <a:rPr lang="en-US" dirty="0"/>
              <a:t>=</a:t>
            </a:r>
            <a:r>
              <a:rPr lang="el-GR" dirty="0"/>
              <a:t>δ</a:t>
            </a:r>
          </a:p>
          <a:p>
            <a:r>
              <a:rPr lang="en-US" dirty="0" err="1"/>
              <a:t>eax</a:t>
            </a:r>
            <a:r>
              <a:rPr lang="en-US" dirty="0"/>
              <a:t>=4</a:t>
            </a:r>
            <a:r>
              <a:rPr lang="el-GR" dirty="0"/>
              <a:t>δ</a:t>
            </a:r>
          </a:p>
          <a:p>
            <a:r>
              <a:rPr lang="el-GR" dirty="0"/>
              <a:t>(</a:t>
            </a:r>
            <a:r>
              <a:rPr lang="en-US" dirty="0"/>
              <a:t>No change to </a:t>
            </a:r>
            <a:r>
              <a:rPr lang="en-US" dirty="0" err="1"/>
              <a:t>eax</a:t>
            </a:r>
            <a:r>
              <a:rPr lang="en-US" dirty="0"/>
              <a:t>)</a:t>
            </a:r>
          </a:p>
          <a:p>
            <a:r>
              <a:rPr lang="en-US" dirty="0" err="1"/>
              <a:t>eax</a:t>
            </a:r>
            <a:r>
              <a:rPr lang="en-US" dirty="0"/>
              <a:t>=4</a:t>
            </a:r>
            <a:r>
              <a:rPr lang="el-GR" dirty="0" err="1"/>
              <a:t>δ+δ</a:t>
            </a:r>
            <a:r>
              <a:rPr lang="el-GR" dirty="0"/>
              <a:t>=5δ</a:t>
            </a:r>
          </a:p>
          <a:p>
            <a:r>
              <a:rPr lang="en-US" dirty="0" err="1"/>
              <a:t>eax</a:t>
            </a:r>
            <a:r>
              <a:rPr lang="en-US" dirty="0"/>
              <a:t>=5</a:t>
            </a:r>
            <a:r>
              <a:rPr lang="el-GR" dirty="0"/>
              <a:t>δ×2=10δ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21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8B22-C501-7588-D067-761FECC3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97C083-310E-A0F4-2C05-3280B5E9E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765" b="18766"/>
          <a:stretch>
            <a:fillRect/>
          </a:stretch>
        </p:blipFill>
        <p:spPr>
          <a:xfrm>
            <a:off x="1" y="939800"/>
            <a:ext cx="3261850" cy="3352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3ED260-191C-9793-DE27-F30492FF4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5" r="34237" b="19472"/>
          <a:stretch>
            <a:fillRect/>
          </a:stretch>
        </p:blipFill>
        <p:spPr>
          <a:xfrm>
            <a:off x="3162288" y="939801"/>
            <a:ext cx="2514613" cy="34619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78EF4B-CB07-D9CE-9C27-A8706036E99E}"/>
              </a:ext>
            </a:extLst>
          </p:cNvPr>
          <p:cNvSpPr/>
          <p:nvPr/>
        </p:nvSpPr>
        <p:spPr>
          <a:xfrm>
            <a:off x="788483" y="2179754"/>
            <a:ext cx="1916617" cy="1465146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41A614-46E9-4307-F9CA-FC17EF2F9C63}"/>
              </a:ext>
            </a:extLst>
          </p:cNvPr>
          <p:cNvSpPr/>
          <p:nvPr/>
        </p:nvSpPr>
        <p:spPr>
          <a:xfrm>
            <a:off x="3355919" y="2273717"/>
            <a:ext cx="1903315" cy="1472783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6FF431-2ACB-130B-F72C-C0F0BE32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70" y="1450634"/>
            <a:ext cx="6537929" cy="274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67480-8991-E148-CFA0-9A4450057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737" y="4191000"/>
            <a:ext cx="22479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06C23B-DF3E-4822-110D-6A106A021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400" y="4191000"/>
            <a:ext cx="2768600" cy="292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4A56A5-9948-DC7E-81CE-E8D438B56525}"/>
              </a:ext>
            </a:extLst>
          </p:cNvPr>
          <p:cNvSpPr/>
          <p:nvPr/>
        </p:nvSpPr>
        <p:spPr>
          <a:xfrm>
            <a:off x="12700" y="2273717"/>
            <a:ext cx="694415" cy="397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676E228B-F828-A2F4-0AEA-579D7F47A682}"/>
              </a:ext>
            </a:extLst>
          </p:cNvPr>
          <p:cNvSpPr/>
          <p:nvPr/>
        </p:nvSpPr>
        <p:spPr>
          <a:xfrm>
            <a:off x="1248703" y="4543342"/>
            <a:ext cx="1660530" cy="1760538"/>
          </a:xfrm>
          <a:prstGeom prst="flowChartDocument">
            <a:avLst/>
          </a:prstGeom>
          <a:solidFill>
            <a:schemeClr val="bg1">
              <a:lumMod val="95000"/>
              <a:alpha val="4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C3C73-9FF9-1E7F-694B-224D7207AD62}"/>
              </a:ext>
            </a:extLst>
          </p:cNvPr>
          <p:cNvSpPr txBox="1"/>
          <p:nvPr/>
        </p:nvSpPr>
        <p:spPr>
          <a:xfrm>
            <a:off x="1289193" y="4584700"/>
            <a:ext cx="1779027" cy="135421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en-US" sz="1700" dirty="0">
                <a:solidFill>
                  <a:srgbClr val="CF212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#define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endParaRPr lang="en-US" sz="1700" dirty="0">
              <a:solidFill>
                <a:srgbClr val="33333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sz="1700" b="0" i="0" u="none" strike="noStrike" dirty="0">
                <a:solidFill>
                  <a:srgbClr val="004DAD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V*</a:t>
            </a:r>
            <a:r>
              <a:rPr lang="en-US" sz="17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15B10-C7AA-6936-4756-F9370F573234}"/>
              </a:ext>
            </a:extLst>
          </p:cNvPr>
          <p:cNvSpPr txBox="1"/>
          <p:nvPr/>
        </p:nvSpPr>
        <p:spPr>
          <a:xfrm>
            <a:off x="1628363" y="5881882"/>
            <a:ext cx="901209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4362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4D3B5-649E-2200-860A-7140AF47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259"/>
          <a:stretch>
            <a:fillRect/>
          </a:stretch>
        </p:blipFill>
        <p:spPr>
          <a:xfrm>
            <a:off x="1284570" y="1060450"/>
            <a:ext cx="2769759" cy="210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49BB7A-360B-93BD-A268-90AF5045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09" b="31065"/>
          <a:stretch>
            <a:fillRect/>
          </a:stretch>
        </p:blipFill>
        <p:spPr>
          <a:xfrm>
            <a:off x="3692445" y="1047749"/>
            <a:ext cx="2769759" cy="2120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F7E7F-F30F-2197-5473-44FFC2E5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389" b="745"/>
          <a:stretch>
            <a:fillRect/>
          </a:stretch>
        </p:blipFill>
        <p:spPr>
          <a:xfrm>
            <a:off x="6121950" y="1047749"/>
            <a:ext cx="2769759" cy="1568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A2847A-0B65-B282-A5DE-4D61563CCB65}"/>
              </a:ext>
            </a:extLst>
          </p:cNvPr>
          <p:cNvSpPr txBox="1"/>
          <p:nvPr/>
        </p:nvSpPr>
        <p:spPr>
          <a:xfrm>
            <a:off x="2329206" y="5081256"/>
            <a:ext cx="4263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seed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2CB34C-C7CD-40B3-DCE9-B8634DDEA824}"/>
                  </a:ext>
                </a:extLst>
              </p:cNvPr>
              <p:cNvSpPr txBox="1"/>
              <p:nvPr/>
            </p:nvSpPr>
            <p:spPr>
              <a:xfrm>
                <a:off x="1284570" y="3336105"/>
                <a:ext cx="1929759" cy="1600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M[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+0x170]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8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ecx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0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2CB34C-C7CD-40B3-DCE9-B8634DDE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70" y="3336105"/>
                <a:ext cx="1929759" cy="1600438"/>
              </a:xfrm>
              <a:prstGeom prst="rect">
                <a:avLst/>
              </a:prstGeom>
              <a:blipFill>
                <a:blip r:embed="rId3"/>
                <a:stretch>
                  <a:fillRect l="-1316" t="-78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A96-5138-4500-F660-C597878F891D}"/>
                  </a:ext>
                </a:extLst>
              </p:cNvPr>
              <p:cNvSpPr txBox="1"/>
              <p:nvPr/>
            </p:nvSpPr>
            <p:spPr>
              <a:xfrm>
                <a:off x="3692445" y="3336105"/>
                <a:ext cx="1986762" cy="1600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M[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+0x170]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8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ecx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0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≪2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A96-5138-4500-F660-C597878F8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445" y="3336105"/>
                <a:ext cx="1986762" cy="1600438"/>
              </a:xfrm>
              <a:prstGeom prst="rect">
                <a:avLst/>
              </a:prstGeom>
              <a:blipFill>
                <a:blip r:embed="rId4"/>
                <a:stretch>
                  <a:fillRect l="-633" t="-78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54C418-2AFB-E8F8-5C8C-FA9D754DA1D2}"/>
                  </a:ext>
                </a:extLst>
              </p:cNvPr>
              <p:cNvSpPr txBox="1"/>
              <p:nvPr/>
            </p:nvSpPr>
            <p:spPr>
              <a:xfrm>
                <a:off x="6121950" y="3336105"/>
                <a:ext cx="1854931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M[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+0x170]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8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ebx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×34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4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  <a:p>
                <a:r>
                  <a:rPr lang="en-US" sz="14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ecx</a:t>
                </a:r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54C418-2AFB-E8F8-5C8C-FA9D754DA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950" y="3336105"/>
                <a:ext cx="1854931" cy="1169551"/>
              </a:xfrm>
              <a:prstGeom prst="rect">
                <a:avLst/>
              </a:prstGeom>
              <a:blipFill>
                <a:blip r:embed="rId5"/>
                <a:stretch>
                  <a:fillRect l="-676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02FFDC5-6BC3-5996-495E-B568BF9C688D}"/>
              </a:ext>
            </a:extLst>
          </p:cNvPr>
          <p:cNvSpPr txBox="1"/>
          <p:nvPr/>
        </p:nvSpPr>
        <p:spPr>
          <a:xfrm>
            <a:off x="1893662" y="678417"/>
            <a:ext cx="998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V =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86CB9F-B028-7BC1-1BB6-567DA2EFFC6F}"/>
              </a:ext>
            </a:extLst>
          </p:cNvPr>
          <p:cNvSpPr txBox="1"/>
          <p:nvPr/>
        </p:nvSpPr>
        <p:spPr>
          <a:xfrm>
            <a:off x="4242108" y="691118"/>
            <a:ext cx="1156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V’ =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11AB1-9C82-4615-D5FD-C0D972AA3B10}"/>
              </a:ext>
            </a:extLst>
          </p:cNvPr>
          <p:cNvSpPr txBox="1"/>
          <p:nvPr/>
        </p:nvSpPr>
        <p:spPr>
          <a:xfrm>
            <a:off x="6885065" y="700724"/>
            <a:ext cx="120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 V’’ = 17</a:t>
            </a:r>
          </a:p>
        </p:txBody>
      </p:sp>
      <p:sp>
        <p:nvSpPr>
          <p:cNvPr id="20" name="Document 19">
            <a:extLst>
              <a:ext uri="{FF2B5EF4-FFF2-40B4-BE49-F238E27FC236}">
                <a16:creationId xmlns:a16="http://schemas.microsoft.com/office/drawing/2014/main" id="{691BAA1E-8B09-08DA-45AC-00A7AF524302}"/>
              </a:ext>
            </a:extLst>
          </p:cNvPr>
          <p:cNvSpPr/>
          <p:nvPr/>
        </p:nvSpPr>
        <p:spPr>
          <a:xfrm>
            <a:off x="7461204" y="4630948"/>
            <a:ext cx="1417613" cy="872355"/>
          </a:xfrm>
          <a:prstGeom prst="flowChartDocument">
            <a:avLst/>
          </a:prstGeom>
          <a:solidFill>
            <a:schemeClr val="bg1">
              <a:lumMod val="95000"/>
              <a:alpha val="4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A50DF-727B-6118-1857-753B75414774}"/>
              </a:ext>
            </a:extLst>
          </p:cNvPr>
          <p:cNvSpPr txBox="1"/>
          <p:nvPr/>
        </p:nvSpPr>
        <p:spPr>
          <a:xfrm>
            <a:off x="7501695" y="4672306"/>
            <a:ext cx="1377122" cy="692497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Source:</a:t>
            </a:r>
            <a:br>
              <a:rPr lang="en-US" sz="14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sz="14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sz="1400" b="0" i="0" u="none" strike="noStrike" dirty="0">
                <a:solidFill>
                  <a:srgbClr val="004DAD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4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V*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US" sz="14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400" dirty="0">
                <a:solidFill>
                  <a:srgbClr val="33333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0BC46F-4AB3-DD3F-6532-B35CBAB2BBAF}"/>
              </a:ext>
            </a:extLst>
          </p:cNvPr>
          <p:cNvSpPr/>
          <p:nvPr/>
        </p:nvSpPr>
        <p:spPr>
          <a:xfrm>
            <a:off x="6107532" y="5114203"/>
            <a:ext cx="562568" cy="260805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CEF94F-D400-FE34-4814-ADAD43DA64C7}"/>
              </a:ext>
            </a:extLst>
          </p:cNvPr>
          <p:cNvSpPr txBox="1"/>
          <p:nvPr/>
        </p:nvSpPr>
        <p:spPr>
          <a:xfrm>
            <a:off x="6734996" y="5114203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CS</a:t>
            </a:r>
          </a:p>
        </p:txBody>
      </p:sp>
      <p:sp>
        <p:nvSpPr>
          <p:cNvPr id="26" name="矩形 5">
            <a:extLst>
              <a:ext uri="{FF2B5EF4-FFF2-40B4-BE49-F238E27FC236}">
                <a16:creationId xmlns:a16="http://schemas.microsoft.com/office/drawing/2014/main" id="{1D932BEF-0D44-10A7-C8C7-B5E0453E41A7}"/>
              </a:ext>
            </a:extLst>
          </p:cNvPr>
          <p:cNvSpPr/>
          <p:nvPr/>
        </p:nvSpPr>
        <p:spPr>
          <a:xfrm>
            <a:off x="1626188" y="5104103"/>
            <a:ext cx="588694" cy="25415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4D0F06-FE7C-DBE4-FA00-60DA822BCCC6}"/>
              </a:ext>
            </a:extLst>
          </p:cNvPr>
          <p:cNvSpPr/>
          <p:nvPr/>
        </p:nvSpPr>
        <p:spPr>
          <a:xfrm>
            <a:off x="1315391" y="1036540"/>
            <a:ext cx="2346565" cy="2132110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3D0891-FD97-AF1B-2F85-5095B2F170E3}"/>
              </a:ext>
            </a:extLst>
          </p:cNvPr>
          <p:cNvSpPr/>
          <p:nvPr/>
        </p:nvSpPr>
        <p:spPr>
          <a:xfrm>
            <a:off x="3668919" y="1036540"/>
            <a:ext cx="2431652" cy="2132110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0F720C-D923-40DC-2357-22C8598E4687}"/>
              </a:ext>
            </a:extLst>
          </p:cNvPr>
          <p:cNvSpPr/>
          <p:nvPr/>
        </p:nvSpPr>
        <p:spPr>
          <a:xfrm>
            <a:off x="6107532" y="1048495"/>
            <a:ext cx="2731725" cy="2132110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558C3-111A-7B01-07D9-DC178794039B}"/>
              </a:ext>
            </a:extLst>
          </p:cNvPr>
          <p:cNvSpPr/>
          <p:nvPr/>
        </p:nvSpPr>
        <p:spPr>
          <a:xfrm>
            <a:off x="6121949" y="1853514"/>
            <a:ext cx="2706047" cy="53134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88726E-E4E3-0323-1EB3-74E5A42D0A7A}"/>
              </a:ext>
            </a:extLst>
          </p:cNvPr>
          <p:cNvSpPr/>
          <p:nvPr/>
        </p:nvSpPr>
        <p:spPr>
          <a:xfrm>
            <a:off x="3692445" y="1853514"/>
            <a:ext cx="2383412" cy="1037968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EA0732-2993-488E-1686-0799411866A1}"/>
              </a:ext>
            </a:extLst>
          </p:cNvPr>
          <p:cNvSpPr/>
          <p:nvPr/>
        </p:nvSpPr>
        <p:spPr>
          <a:xfrm>
            <a:off x="1326653" y="2632191"/>
            <a:ext cx="2298277" cy="25929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F9621-B396-FC23-3881-20FFA9E397AC}"/>
              </a:ext>
            </a:extLst>
          </p:cNvPr>
          <p:cNvSpPr/>
          <p:nvPr/>
        </p:nvSpPr>
        <p:spPr>
          <a:xfrm>
            <a:off x="1301455" y="1853514"/>
            <a:ext cx="2335832" cy="1037968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矩形 5">
            <a:extLst>
              <a:ext uri="{FF2B5EF4-FFF2-40B4-BE49-F238E27FC236}">
                <a16:creationId xmlns:a16="http://schemas.microsoft.com/office/drawing/2014/main" id="{AADF4EE2-E6A7-2626-C7A4-F55A49D74CD5}"/>
              </a:ext>
            </a:extLst>
          </p:cNvPr>
          <p:cNvSpPr/>
          <p:nvPr/>
        </p:nvSpPr>
        <p:spPr>
          <a:xfrm>
            <a:off x="1345407" y="4655860"/>
            <a:ext cx="1868922" cy="228600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BB0A19-147B-FD55-A4A8-63D5EC6289CB}"/>
              </a:ext>
            </a:extLst>
          </p:cNvPr>
          <p:cNvSpPr/>
          <p:nvPr/>
        </p:nvSpPr>
        <p:spPr>
          <a:xfrm>
            <a:off x="1270152" y="2114550"/>
            <a:ext cx="2352717" cy="256605"/>
          </a:xfrm>
          <a:prstGeom prst="rect">
            <a:avLst/>
          </a:prstGeom>
          <a:solidFill>
            <a:schemeClr val="tx2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A5371A-8DD1-09A2-06F0-ECBA88E7FE33}"/>
              </a:ext>
            </a:extLst>
          </p:cNvPr>
          <p:cNvSpPr/>
          <p:nvPr/>
        </p:nvSpPr>
        <p:spPr>
          <a:xfrm>
            <a:off x="3719217" y="2114550"/>
            <a:ext cx="2327356" cy="263182"/>
          </a:xfrm>
          <a:prstGeom prst="rect">
            <a:avLst/>
          </a:prstGeom>
          <a:solidFill>
            <a:schemeClr val="tx2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4C53FD-B17C-C37D-BE62-87CABDB223BA}"/>
              </a:ext>
            </a:extLst>
          </p:cNvPr>
          <p:cNvSpPr/>
          <p:nvPr/>
        </p:nvSpPr>
        <p:spPr>
          <a:xfrm>
            <a:off x="6134303" y="2114550"/>
            <a:ext cx="2693693" cy="269156"/>
          </a:xfrm>
          <a:prstGeom prst="rect">
            <a:avLst/>
          </a:prstGeom>
          <a:solidFill>
            <a:schemeClr val="tx2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矩形 5">
            <a:extLst>
              <a:ext uri="{FF2B5EF4-FFF2-40B4-BE49-F238E27FC236}">
                <a16:creationId xmlns:a16="http://schemas.microsoft.com/office/drawing/2014/main" id="{18C263B6-3771-07C6-E782-1A2B5F8DD1D7}"/>
              </a:ext>
            </a:extLst>
          </p:cNvPr>
          <p:cNvSpPr/>
          <p:nvPr/>
        </p:nvSpPr>
        <p:spPr>
          <a:xfrm>
            <a:off x="3751365" y="4655860"/>
            <a:ext cx="1868922" cy="228600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5" name="矩形 5">
            <a:extLst>
              <a:ext uri="{FF2B5EF4-FFF2-40B4-BE49-F238E27FC236}">
                <a16:creationId xmlns:a16="http://schemas.microsoft.com/office/drawing/2014/main" id="{C1970F48-63E7-8EA6-2E46-C6A265BD1353}"/>
              </a:ext>
            </a:extLst>
          </p:cNvPr>
          <p:cNvSpPr/>
          <p:nvPr/>
        </p:nvSpPr>
        <p:spPr>
          <a:xfrm>
            <a:off x="6169679" y="4029215"/>
            <a:ext cx="1819131" cy="228600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6" name="矩形 5">
            <a:extLst>
              <a:ext uri="{FF2B5EF4-FFF2-40B4-BE49-F238E27FC236}">
                <a16:creationId xmlns:a16="http://schemas.microsoft.com/office/drawing/2014/main" id="{112F68C8-E893-15CA-4F34-2F0538FDFC39}"/>
              </a:ext>
            </a:extLst>
          </p:cNvPr>
          <p:cNvSpPr/>
          <p:nvPr/>
        </p:nvSpPr>
        <p:spPr>
          <a:xfrm>
            <a:off x="3097776" y="5098009"/>
            <a:ext cx="640160" cy="276999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C313D8-7DDC-CDAA-8255-431673EC043A}"/>
              </a:ext>
            </a:extLst>
          </p:cNvPr>
          <p:cNvSpPr txBox="1"/>
          <p:nvPr/>
        </p:nvSpPr>
        <p:spPr>
          <a:xfrm>
            <a:off x="3877142" y="5075162"/>
            <a:ext cx="1885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symbolic expression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C72E34-A864-728A-59EA-ACF92E0079B7}"/>
              </a:ext>
            </a:extLst>
          </p:cNvPr>
          <p:cNvCxnSpPr>
            <a:cxnSpLocks/>
          </p:cNvCxnSpPr>
          <p:nvPr/>
        </p:nvCxnSpPr>
        <p:spPr>
          <a:xfrm flipH="1" flipV="1">
            <a:off x="3657657" y="1047749"/>
            <a:ext cx="11262" cy="2132856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8EB2FA-54DB-29A4-E63B-E6DAC7723EE8}"/>
              </a:ext>
            </a:extLst>
          </p:cNvPr>
          <p:cNvCxnSpPr>
            <a:cxnSpLocks/>
          </p:cNvCxnSpPr>
          <p:nvPr/>
        </p:nvCxnSpPr>
        <p:spPr>
          <a:xfrm flipH="1" flipV="1">
            <a:off x="6096752" y="1047749"/>
            <a:ext cx="11262" cy="2132856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191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6F0FE53D-4C22-E640-B991-2C36AF6B56BA}"/>
              </a:ext>
            </a:extLst>
          </p:cNvPr>
          <p:cNvGrpSpPr/>
          <p:nvPr/>
        </p:nvGrpSpPr>
        <p:grpSpPr>
          <a:xfrm>
            <a:off x="1749618" y="870595"/>
            <a:ext cx="6201571" cy="3305908"/>
            <a:chOff x="1312213" y="652946"/>
            <a:chExt cx="4651178" cy="247943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A04A24-EF9B-EC48-9C47-BA0B594FC9BC}"/>
                </a:ext>
              </a:extLst>
            </p:cNvPr>
            <p:cNvSpPr/>
            <p:nvPr/>
          </p:nvSpPr>
          <p:spPr>
            <a:xfrm>
              <a:off x="2424860" y="1734773"/>
              <a:ext cx="1118421" cy="2282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i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……</a:t>
              </a:r>
              <a:endParaRPr kumimoji="1" lang="zh-CN" altLang="en-US" sz="1333" i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8305087-C051-7F47-BF79-08E92ABFAB80}"/>
                </a:ext>
              </a:extLst>
            </p:cNvPr>
            <p:cNvSpPr/>
            <p:nvPr/>
          </p:nvSpPr>
          <p:spPr>
            <a:xfrm>
              <a:off x="2420460" y="1289818"/>
              <a:ext cx="1118421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Entry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B78EB38-C56E-B542-BE80-52B231A5E661}"/>
                </a:ext>
              </a:extLst>
            </p:cNvPr>
            <p:cNvSpPr/>
            <p:nvPr/>
          </p:nvSpPr>
          <p:spPr>
            <a:xfrm>
              <a:off x="2424859" y="2627771"/>
              <a:ext cx="1114871" cy="2107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Exit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3E2577C-35D0-DA40-9CEB-3B54A4A9678B}"/>
                </a:ext>
              </a:extLst>
            </p:cNvPr>
            <p:cNvSpPr/>
            <p:nvPr/>
          </p:nvSpPr>
          <p:spPr>
            <a:xfrm>
              <a:off x="2421561" y="1512774"/>
              <a:ext cx="1118421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......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96777F7-6E50-6D4F-8AF2-1E6C067CF3EC}"/>
                </a:ext>
              </a:extLst>
            </p:cNvPr>
            <p:cNvSpPr/>
            <p:nvPr/>
          </p:nvSpPr>
          <p:spPr>
            <a:xfrm>
              <a:off x="2424859" y="1958688"/>
              <a:ext cx="1118421" cy="22295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if (A) return baz()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68D439C-3789-5C4C-8E5A-19DFE15643B8}"/>
                </a:ext>
              </a:extLst>
            </p:cNvPr>
            <p:cNvSpPr/>
            <p:nvPr/>
          </p:nvSpPr>
          <p:spPr>
            <a:xfrm>
              <a:off x="2422638" y="2182817"/>
              <a:ext cx="1114709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corge()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F43B5F2-4F3E-AB48-869B-205A91B6CC68}"/>
                </a:ext>
              </a:extLst>
            </p:cNvPr>
            <p:cNvSpPr/>
            <p:nvPr/>
          </p:nvSpPr>
          <p:spPr>
            <a:xfrm>
              <a:off x="2422638" y="2401400"/>
              <a:ext cx="1118421" cy="2263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if (B) return </a:t>
              </a:r>
              <a:r>
                <a:rPr lang="en" altLang="zh-CN" sz="1333">
                  <a:solidFill>
                    <a:srgbClr val="202122"/>
                  </a:solidFill>
                  <a:latin typeface="Arial" panose="020B0604020202020204" pitchFamily="34" charset="0"/>
                </a:rPr>
                <a:t>qux()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F5B0335-18EA-964D-B72E-19B8CB77378E}"/>
                </a:ext>
              </a:extLst>
            </p:cNvPr>
            <p:cNvSpPr txBox="1"/>
            <p:nvPr/>
          </p:nvSpPr>
          <p:spPr>
            <a:xfrm>
              <a:off x="2663050" y="1000749"/>
              <a:ext cx="531348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>
                  <a:latin typeface="Segoe UI" panose="020B0502040204020203" pitchFamily="34" charset="0"/>
                  <a:cs typeface="Segoe UI" panose="020B0502040204020203" pitchFamily="34" charset="0"/>
                </a:rPr>
                <a:t>bar( )</a:t>
              </a:r>
              <a:endParaRPr kumimoji="1" lang="zh-CN" altLang="en-US" sz="16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1DED963-D358-D84A-8FF0-05DE22C01B81}"/>
                </a:ext>
              </a:extLst>
            </p:cNvPr>
            <p:cNvSpPr txBox="1"/>
            <p:nvPr/>
          </p:nvSpPr>
          <p:spPr>
            <a:xfrm>
              <a:off x="1366044" y="1365636"/>
              <a:ext cx="540052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>
                  <a:latin typeface="Segoe UI" panose="020B0502040204020203" pitchFamily="34" charset="0"/>
                  <a:cs typeface="Segoe UI" panose="020B0502040204020203" pitchFamily="34" charset="0"/>
                </a:rPr>
                <a:t>foo( )</a:t>
              </a:r>
              <a:endParaRPr kumimoji="1" lang="zh-CN" altLang="en-US" sz="16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6" name="曲线连接符 25">
              <a:extLst>
                <a:ext uri="{FF2B5EF4-FFF2-40B4-BE49-F238E27FC236}">
                  <a16:creationId xmlns:a16="http://schemas.microsoft.com/office/drawing/2014/main" id="{9090BF96-D664-6340-B408-D4DDACEE04A6}"/>
                </a:ext>
              </a:extLst>
            </p:cNvPr>
            <p:cNvCxnSpPr>
              <a:cxnSpLocks/>
              <a:stCxn id="28" idx="3"/>
              <a:endCxn id="8" idx="1"/>
            </p:cNvCxnSpPr>
            <p:nvPr/>
          </p:nvCxnSpPr>
          <p:spPr>
            <a:xfrm flipV="1">
              <a:off x="2029676" y="1401297"/>
              <a:ext cx="390784" cy="59681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9983C5D-A09D-0D41-BE98-C9A270491009}"/>
                </a:ext>
              </a:extLst>
            </p:cNvPr>
            <p:cNvSpPr/>
            <p:nvPr/>
          </p:nvSpPr>
          <p:spPr>
            <a:xfrm>
              <a:off x="1312213" y="1661237"/>
              <a:ext cx="717844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Entry</a:t>
              </a:r>
              <a:endParaRPr kumimoji="1" lang="zh-CN" altLang="en-US" sz="1333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880A9A7-98D7-0942-833A-8B67DCFCE4E3}"/>
                </a:ext>
              </a:extLst>
            </p:cNvPr>
            <p:cNvSpPr/>
            <p:nvPr/>
          </p:nvSpPr>
          <p:spPr>
            <a:xfrm>
              <a:off x="1312970" y="1883437"/>
              <a:ext cx="716706" cy="2293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bar( )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14611D0-A37E-E542-B812-5880600D8F61}"/>
                </a:ext>
              </a:extLst>
            </p:cNvPr>
            <p:cNvSpPr/>
            <p:nvPr/>
          </p:nvSpPr>
          <p:spPr>
            <a:xfrm>
              <a:off x="1312969" y="2111762"/>
              <a:ext cx="716705" cy="2293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Exit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9E9C087-4852-6F44-9DE8-535BC8AD42B7}"/>
                </a:ext>
              </a:extLst>
            </p:cNvPr>
            <p:cNvGrpSpPr/>
            <p:nvPr/>
          </p:nvGrpSpPr>
          <p:grpSpPr>
            <a:xfrm>
              <a:off x="4913447" y="2438907"/>
              <a:ext cx="931565" cy="693470"/>
              <a:chOff x="4837635" y="3255900"/>
              <a:chExt cx="931565" cy="693470"/>
            </a:xfrm>
          </p:grpSpPr>
          <p:sp>
            <p:nvSpPr>
              <p:cNvPr id="32" name="圆角矩形标注 31">
                <a:extLst>
                  <a:ext uri="{FF2B5EF4-FFF2-40B4-BE49-F238E27FC236}">
                    <a16:creationId xmlns:a16="http://schemas.microsoft.com/office/drawing/2014/main" id="{2D2FDCC5-568D-4B4F-AEA6-54F34F43BA64}"/>
                  </a:ext>
                </a:extLst>
              </p:cNvPr>
              <p:cNvSpPr/>
              <p:nvPr/>
            </p:nvSpPr>
            <p:spPr>
              <a:xfrm>
                <a:off x="4888384" y="3255900"/>
                <a:ext cx="840295" cy="689145"/>
              </a:xfrm>
              <a:prstGeom prst="wedgeRoundRectCallout">
                <a:avLst>
                  <a:gd name="adj1" fmla="val -57245"/>
                  <a:gd name="adj2" fmla="val -83210"/>
                  <a:gd name="adj3" fmla="val 16667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84ABCA6F-1E66-6249-92A8-EAF72CD09245}"/>
                  </a:ext>
                </a:extLst>
              </p:cNvPr>
              <p:cNvGrpSpPr/>
              <p:nvPr/>
            </p:nvGrpSpPr>
            <p:grpSpPr>
              <a:xfrm>
                <a:off x="4837635" y="3284941"/>
                <a:ext cx="931565" cy="664429"/>
                <a:chOff x="16806597" y="5158656"/>
                <a:chExt cx="2486120" cy="1127824"/>
              </a:xfrm>
            </p:grpSpPr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D770C0F9-7400-0845-B715-2E9E0FD628F8}"/>
                    </a:ext>
                  </a:extLst>
                </p:cNvPr>
                <p:cNvSpPr/>
                <p:nvPr/>
              </p:nvSpPr>
              <p:spPr>
                <a:xfrm>
                  <a:off x="17541741" y="5654929"/>
                  <a:ext cx="1015950" cy="27250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1333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foo</a:t>
                  </a:r>
                  <a:endParaRPr kumimoji="1" lang="zh-CN" altLang="en-US" sz="1333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B3CB3E77-576C-464B-B9A3-121A6A07787F}"/>
                    </a:ext>
                  </a:extLst>
                </p:cNvPr>
                <p:cNvSpPr/>
                <p:nvPr/>
              </p:nvSpPr>
              <p:spPr>
                <a:xfrm>
                  <a:off x="17549192" y="5376084"/>
                  <a:ext cx="1000936" cy="27250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1333">
                      <a:solidFill>
                        <a:srgbClr val="C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bar</a:t>
                  </a:r>
                  <a:endParaRPr kumimoji="1" lang="zh-CN" altLang="en-US" sz="1333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16ECF8C8-EC6C-2C4D-8AFD-A5F1137B2F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57691" y="5158658"/>
                  <a:ext cx="0" cy="7630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BE601ADD-93B7-6342-8625-D647EF00AB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41741" y="5158656"/>
                  <a:ext cx="0" cy="76305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08F0A74-429B-D149-A3FD-90FA1B5A28F2}"/>
                    </a:ext>
                  </a:extLst>
                </p:cNvPr>
                <p:cNvSpPr txBox="1"/>
                <p:nvPr/>
              </p:nvSpPr>
              <p:spPr>
                <a:xfrm>
                  <a:off x="16806597" y="5907799"/>
                  <a:ext cx="2486120" cy="378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sz="1333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CallStack</a:t>
                  </a:r>
                  <a:endParaRPr kumimoji="1" lang="zh-CN" altLang="en-US" sz="1333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cxnSp>
          <p:nvCxnSpPr>
            <p:cNvPr id="60" name="曲线连接符 59">
              <a:extLst>
                <a:ext uri="{FF2B5EF4-FFF2-40B4-BE49-F238E27FC236}">
                  <a16:creationId xmlns:a16="http://schemas.microsoft.com/office/drawing/2014/main" id="{4686111D-800C-5641-874C-E6E9DA4CFC66}"/>
                </a:ext>
              </a:extLst>
            </p:cNvPr>
            <p:cNvCxnSpPr>
              <a:cxnSpLocks/>
              <a:stCxn id="12" idx="3"/>
              <a:endCxn id="64" idx="1"/>
            </p:cNvCxnSpPr>
            <p:nvPr/>
          </p:nvCxnSpPr>
          <p:spPr>
            <a:xfrm flipV="1">
              <a:off x="3537347" y="1285101"/>
              <a:ext cx="556481" cy="100919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C81C50C-3B97-7840-A0BF-77453068F6CA}"/>
                </a:ext>
              </a:extLst>
            </p:cNvPr>
            <p:cNvSpPr/>
            <p:nvPr/>
          </p:nvSpPr>
          <p:spPr>
            <a:xfrm>
              <a:off x="2422658" y="1731358"/>
              <a:ext cx="1116868" cy="89641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33">
                <a:solidFill>
                  <a:srgbClr val="C0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圆角矩形标注 61">
              <a:extLst>
                <a:ext uri="{FF2B5EF4-FFF2-40B4-BE49-F238E27FC236}">
                  <a16:creationId xmlns:a16="http://schemas.microsoft.com/office/drawing/2014/main" id="{FA8C993E-0827-4F4A-8646-0CA95F40EDBA}"/>
                </a:ext>
              </a:extLst>
            </p:cNvPr>
            <p:cNvSpPr/>
            <p:nvPr/>
          </p:nvSpPr>
          <p:spPr>
            <a:xfrm>
              <a:off x="3659755" y="2103106"/>
              <a:ext cx="370757" cy="222957"/>
            </a:xfrm>
            <a:prstGeom prst="wedgeRoundRectCallout">
              <a:avLst>
                <a:gd name="adj1" fmla="val -88038"/>
                <a:gd name="adj2" fmla="val -48465"/>
                <a:gd name="adj3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</a:t>
              </a:r>
              <a:endParaRPr kumimoji="1" lang="zh-CN" altLang="en-US" sz="1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84C6EBA-5750-284D-B167-9F4A3AB1A268}"/>
                </a:ext>
              </a:extLst>
            </p:cNvPr>
            <p:cNvSpPr/>
            <p:nvPr/>
          </p:nvSpPr>
          <p:spPr>
            <a:xfrm>
              <a:off x="4098228" y="1618577"/>
              <a:ext cx="781613" cy="2282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i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……</a:t>
              </a:r>
              <a:endParaRPr kumimoji="1" lang="zh-CN" altLang="en-US" sz="1333" i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C680B98-DE32-A642-9B96-2E2272902844}"/>
                </a:ext>
              </a:extLst>
            </p:cNvPr>
            <p:cNvSpPr/>
            <p:nvPr/>
          </p:nvSpPr>
          <p:spPr>
            <a:xfrm>
              <a:off x="4093828" y="1173622"/>
              <a:ext cx="781613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Entry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BB693B8F-C3F2-1340-A13B-2FE6394C9E6D}"/>
                </a:ext>
              </a:extLst>
            </p:cNvPr>
            <p:cNvSpPr/>
            <p:nvPr/>
          </p:nvSpPr>
          <p:spPr>
            <a:xfrm>
              <a:off x="4094929" y="1396578"/>
              <a:ext cx="781613" cy="2229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......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7C06014-1CB1-2B40-B96B-7BAE455D8C67}"/>
                </a:ext>
              </a:extLst>
            </p:cNvPr>
            <p:cNvSpPr/>
            <p:nvPr/>
          </p:nvSpPr>
          <p:spPr>
            <a:xfrm>
              <a:off x="4098227" y="1842492"/>
              <a:ext cx="781613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……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A9C51A1-497C-CE46-A721-C148335FFA87}"/>
                </a:ext>
              </a:extLst>
            </p:cNvPr>
            <p:cNvSpPr/>
            <p:nvPr/>
          </p:nvSpPr>
          <p:spPr>
            <a:xfrm>
              <a:off x="4096006" y="2066621"/>
              <a:ext cx="780091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i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current pc</a:t>
              </a:r>
              <a:endParaRPr kumimoji="1" lang="zh-CN" altLang="en-US" sz="1333" i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427A95E-EE9C-A44D-9714-8F63D05CFBC1}"/>
                </a:ext>
              </a:extLst>
            </p:cNvPr>
            <p:cNvSpPr txBox="1"/>
            <p:nvPr/>
          </p:nvSpPr>
          <p:spPr>
            <a:xfrm>
              <a:off x="4111203" y="874984"/>
              <a:ext cx="6993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>
                  <a:latin typeface="Segoe UI" panose="020B0502040204020203" pitchFamily="34" charset="0"/>
                  <a:cs typeface="Segoe UI" panose="020B0502040204020203" pitchFamily="34" charset="0"/>
                </a:rPr>
                <a:t>corge( )</a:t>
              </a:r>
              <a:endParaRPr kumimoji="1" lang="zh-CN" altLang="en-US" sz="16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9712378-1569-5C4A-9428-C86555ACBD26}"/>
                </a:ext>
              </a:extLst>
            </p:cNvPr>
            <p:cNvSpPr/>
            <p:nvPr/>
          </p:nvSpPr>
          <p:spPr>
            <a:xfrm>
              <a:off x="4096026" y="1392962"/>
              <a:ext cx="778073" cy="44952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33">
                <a:solidFill>
                  <a:srgbClr val="C0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圆角矩形标注 74">
              <a:extLst>
                <a:ext uri="{FF2B5EF4-FFF2-40B4-BE49-F238E27FC236}">
                  <a16:creationId xmlns:a16="http://schemas.microsoft.com/office/drawing/2014/main" id="{EC5B9131-AF59-1D41-AC0A-06D7E380923A}"/>
                </a:ext>
              </a:extLst>
            </p:cNvPr>
            <p:cNvSpPr/>
            <p:nvPr/>
          </p:nvSpPr>
          <p:spPr>
            <a:xfrm>
              <a:off x="5020936" y="1280259"/>
              <a:ext cx="370757" cy="222957"/>
            </a:xfrm>
            <a:prstGeom prst="wedgeRoundRectCallout">
              <a:avLst>
                <a:gd name="adj1" fmla="val -80837"/>
                <a:gd name="adj2" fmla="val 47705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</a:t>
              </a:r>
              <a:endParaRPr kumimoji="1" lang="zh-CN" altLang="en-US" sz="1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圆角矩形标注 75">
              <a:extLst>
                <a:ext uri="{FF2B5EF4-FFF2-40B4-BE49-F238E27FC236}">
                  <a16:creationId xmlns:a16="http://schemas.microsoft.com/office/drawing/2014/main" id="{EE13AD0D-3CB9-614E-A1E2-0000DABB68CF}"/>
                </a:ext>
              </a:extLst>
            </p:cNvPr>
            <p:cNvSpPr/>
            <p:nvPr/>
          </p:nvSpPr>
          <p:spPr>
            <a:xfrm>
              <a:off x="5020936" y="1741220"/>
              <a:ext cx="370757" cy="222957"/>
            </a:xfrm>
            <a:prstGeom prst="wedgeRoundRectCallout">
              <a:avLst>
                <a:gd name="adj1" fmla="val -88038"/>
                <a:gd name="adj2" fmla="val -48465"/>
                <a:gd name="adj3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</a:t>
              </a:r>
              <a:endParaRPr kumimoji="1" lang="zh-CN" altLang="en-US" sz="1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A883C6C6-6E64-2E4D-A59C-B47D600D927D}"/>
                </a:ext>
              </a:extLst>
            </p:cNvPr>
            <p:cNvSpPr/>
            <p:nvPr/>
          </p:nvSpPr>
          <p:spPr>
            <a:xfrm>
              <a:off x="4095104" y="2291422"/>
              <a:ext cx="784735" cy="2229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Exit</a:t>
              </a:r>
              <a:endParaRPr kumimoji="1" lang="zh-CN" altLang="en-US" sz="13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F245DF5B-AD4B-6E4D-812A-D52E1B1C935E}"/>
                </a:ext>
              </a:extLst>
            </p:cNvPr>
            <p:cNvSpPr txBox="1"/>
            <p:nvPr/>
          </p:nvSpPr>
          <p:spPr>
            <a:xfrm>
              <a:off x="5164855" y="1999214"/>
              <a:ext cx="798536" cy="223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333" b="1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quiescence</a:t>
              </a:r>
              <a:endParaRPr kumimoji="1" lang="zh-CN" altLang="en-US" sz="1333" b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1" name="圆角矩形标注 80">
              <a:extLst>
                <a:ext uri="{FF2B5EF4-FFF2-40B4-BE49-F238E27FC236}">
                  <a16:creationId xmlns:a16="http://schemas.microsoft.com/office/drawing/2014/main" id="{8D5F7D63-6CDA-1747-9AF1-64A624804C61}"/>
                </a:ext>
              </a:extLst>
            </p:cNvPr>
            <p:cNvSpPr/>
            <p:nvPr/>
          </p:nvSpPr>
          <p:spPr>
            <a:xfrm>
              <a:off x="3633814" y="1628364"/>
              <a:ext cx="370757" cy="222957"/>
            </a:xfrm>
            <a:prstGeom prst="wedgeRoundRectCallout">
              <a:avLst>
                <a:gd name="adj1" fmla="val -80837"/>
                <a:gd name="adj2" fmla="val 47705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</a:t>
              </a:r>
              <a:endParaRPr kumimoji="1" lang="zh-CN" altLang="en-US" sz="1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82" name="直线箭头连接符 81">
              <a:extLst>
                <a:ext uri="{FF2B5EF4-FFF2-40B4-BE49-F238E27FC236}">
                  <a16:creationId xmlns:a16="http://schemas.microsoft.com/office/drawing/2014/main" id="{CD85D3D9-2528-E84A-B7C4-CA209C053189}"/>
                </a:ext>
              </a:extLst>
            </p:cNvPr>
            <p:cNvCxnSpPr>
              <a:cxnSpLocks/>
              <a:stCxn id="68" idx="3"/>
              <a:endCxn id="80" idx="1"/>
            </p:cNvCxnSpPr>
            <p:nvPr/>
          </p:nvCxnSpPr>
          <p:spPr>
            <a:xfrm flipV="1">
              <a:off x="4876097" y="2110760"/>
              <a:ext cx="288758" cy="6734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圆角矩形标注 90">
              <a:extLst>
                <a:ext uri="{FF2B5EF4-FFF2-40B4-BE49-F238E27FC236}">
                  <a16:creationId xmlns:a16="http://schemas.microsoft.com/office/drawing/2014/main" id="{B936E3E0-B1FC-D046-82B5-1EE2A4DC0085}"/>
                </a:ext>
              </a:extLst>
            </p:cNvPr>
            <p:cNvSpPr/>
            <p:nvPr/>
          </p:nvSpPr>
          <p:spPr>
            <a:xfrm>
              <a:off x="3659755" y="2552038"/>
              <a:ext cx="370757" cy="222957"/>
            </a:xfrm>
            <a:prstGeom prst="wedgeRoundRectCallout">
              <a:avLst>
                <a:gd name="adj1" fmla="val -88038"/>
                <a:gd name="adj2" fmla="val -48465"/>
                <a:gd name="adj3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</a:t>
              </a:r>
              <a:endParaRPr kumimoji="1" lang="zh-CN" altLang="en-US" sz="1333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6CA057E1-52D0-054C-A478-BBBB459CAB1F}"/>
                </a:ext>
              </a:extLst>
            </p:cNvPr>
            <p:cNvGrpSpPr/>
            <p:nvPr/>
          </p:nvGrpSpPr>
          <p:grpSpPr>
            <a:xfrm>
              <a:off x="1765570" y="652946"/>
              <a:ext cx="1341120" cy="249297"/>
              <a:chOff x="1650491" y="545707"/>
              <a:chExt cx="1341120" cy="249297"/>
            </a:xfrm>
          </p:grpSpPr>
          <p:sp>
            <p:nvSpPr>
              <p:cNvPr id="96" name="圆角矩形 95">
                <a:extLst>
                  <a:ext uri="{FF2B5EF4-FFF2-40B4-BE49-F238E27FC236}">
                    <a16:creationId xmlns:a16="http://schemas.microsoft.com/office/drawing/2014/main" id="{7B13D4BF-5F0E-E04E-98DF-2E7EAE25E657}"/>
                  </a:ext>
                </a:extLst>
              </p:cNvPr>
              <p:cNvSpPr/>
              <p:nvPr/>
            </p:nvSpPr>
            <p:spPr>
              <a:xfrm>
                <a:off x="1650491" y="572047"/>
                <a:ext cx="370757" cy="222957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333" b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+1</a:t>
                </a:r>
                <a:endParaRPr kumimoji="1" lang="zh-CN" altLang="en-US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8633D16-FA54-7A4D-8240-8C4AC4729E18}"/>
                  </a:ext>
                </a:extLst>
              </p:cNvPr>
              <p:cNvSpPr txBox="1"/>
              <p:nvPr/>
            </p:nvSpPr>
            <p:spPr>
              <a:xfrm>
                <a:off x="2080544" y="545707"/>
                <a:ext cx="911067" cy="223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333" i="1">
                    <a:latin typeface="Segoe UI" panose="020B0502040204020203" pitchFamily="34" charset="0"/>
                    <a:cs typeface="Segoe UI" panose="020B0502040204020203" pitchFamily="34" charset="0"/>
                  </a:rPr>
                  <a:t>Guard Kprobe</a:t>
                </a:r>
                <a:endParaRPr kumimoji="1" lang="zh-CN" altLang="en-US" sz="1333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0B5F2D99-20F6-2545-AE10-10B043F9E3F1}"/>
                </a:ext>
              </a:extLst>
            </p:cNvPr>
            <p:cNvGrpSpPr/>
            <p:nvPr/>
          </p:nvGrpSpPr>
          <p:grpSpPr>
            <a:xfrm>
              <a:off x="3157490" y="653994"/>
              <a:ext cx="1458273" cy="247201"/>
              <a:chOff x="3042411" y="544948"/>
              <a:chExt cx="1458273" cy="247201"/>
            </a:xfrm>
          </p:grpSpPr>
          <p:sp>
            <p:nvSpPr>
              <p:cNvPr id="97" name="圆角矩形 96">
                <a:extLst>
                  <a:ext uri="{FF2B5EF4-FFF2-40B4-BE49-F238E27FC236}">
                    <a16:creationId xmlns:a16="http://schemas.microsoft.com/office/drawing/2014/main" id="{59DE6B20-682D-984E-8E69-40E20D14D154}"/>
                  </a:ext>
                </a:extLst>
              </p:cNvPr>
              <p:cNvSpPr/>
              <p:nvPr/>
            </p:nvSpPr>
            <p:spPr>
              <a:xfrm>
                <a:off x="3042411" y="569192"/>
                <a:ext cx="370757" cy="22295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333" b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-1</a:t>
                </a:r>
                <a:endParaRPr kumimoji="1" lang="zh-CN" altLang="en-US" sz="13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D1A8D16-5B8C-DB4E-B346-DE448AE0DABB}"/>
                  </a:ext>
                </a:extLst>
              </p:cNvPr>
              <p:cNvSpPr txBox="1"/>
              <p:nvPr/>
            </p:nvSpPr>
            <p:spPr>
              <a:xfrm>
                <a:off x="3447751" y="544948"/>
                <a:ext cx="1052933" cy="223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333" i="1">
                    <a:latin typeface="Segoe UI" panose="020B0502040204020203" pitchFamily="34" charset="0"/>
                    <a:cs typeface="Segoe UI" panose="020B0502040204020203" pitchFamily="34" charset="0"/>
                  </a:rPr>
                  <a:t>Unguard Kprobe</a:t>
                </a:r>
                <a:endParaRPr kumimoji="1" lang="zh-CN" altLang="en-US" sz="1333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4F022869-A010-7746-A1FB-3E96C31462D8}"/>
                </a:ext>
              </a:extLst>
            </p:cNvPr>
            <p:cNvGrpSpPr/>
            <p:nvPr/>
          </p:nvGrpSpPr>
          <p:grpSpPr>
            <a:xfrm>
              <a:off x="4702086" y="654484"/>
              <a:ext cx="1097385" cy="223091"/>
              <a:chOff x="4587007" y="549563"/>
              <a:chExt cx="1097385" cy="223091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C0186A0A-2EFA-B142-AAE1-D35B344A5495}"/>
                  </a:ext>
                </a:extLst>
              </p:cNvPr>
              <p:cNvSpPr/>
              <p:nvPr/>
            </p:nvSpPr>
            <p:spPr>
              <a:xfrm>
                <a:off x="4587007" y="585079"/>
                <a:ext cx="370757" cy="17649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3">
                  <a:solidFill>
                    <a:srgbClr val="C00000"/>
                  </a:solidFill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629923E5-586F-164C-BFEA-DFB27C7A1688}"/>
                  </a:ext>
                </a:extLst>
              </p:cNvPr>
              <p:cNvSpPr txBox="1"/>
              <p:nvPr/>
            </p:nvSpPr>
            <p:spPr>
              <a:xfrm>
                <a:off x="5001849" y="549563"/>
                <a:ext cx="682543" cy="223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333" i="1">
                    <a:latin typeface="Segoe UI" panose="020B0502040204020203" pitchFamily="34" charset="0"/>
                    <a:cs typeface="Segoe UI" panose="020B0502040204020203" pitchFamily="34" charset="0"/>
                  </a:rPr>
                  <a:t>Safe Span</a:t>
                </a:r>
                <a:endParaRPr kumimoji="1" lang="zh-CN" altLang="en-US" sz="1333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4396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EDFD6EED-56E3-1E4B-9220-7913F03088E5}"/>
              </a:ext>
            </a:extLst>
          </p:cNvPr>
          <p:cNvGrpSpPr/>
          <p:nvPr/>
        </p:nvGrpSpPr>
        <p:grpSpPr>
          <a:xfrm>
            <a:off x="1296995" y="1743197"/>
            <a:ext cx="9085339" cy="3637795"/>
            <a:chOff x="972746" y="1307397"/>
            <a:chExt cx="6814004" cy="2728346"/>
          </a:xfrm>
        </p:grpSpPr>
        <p:sp>
          <p:nvSpPr>
            <p:cNvPr id="350" name="圆角矩形 349">
              <a:extLst>
                <a:ext uri="{FF2B5EF4-FFF2-40B4-BE49-F238E27FC236}">
                  <a16:creationId xmlns:a16="http://schemas.microsoft.com/office/drawing/2014/main" id="{E203B5C8-9A1D-5A43-B7B6-F621F1194F88}"/>
                </a:ext>
              </a:extLst>
            </p:cNvPr>
            <p:cNvSpPr/>
            <p:nvPr/>
          </p:nvSpPr>
          <p:spPr>
            <a:xfrm>
              <a:off x="972746" y="3131256"/>
              <a:ext cx="6808617" cy="65057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9" name="圆角矩形 348">
              <a:extLst>
                <a:ext uri="{FF2B5EF4-FFF2-40B4-BE49-F238E27FC236}">
                  <a16:creationId xmlns:a16="http://schemas.microsoft.com/office/drawing/2014/main" id="{3B687F4D-2F49-1D4D-BB34-17804BC68F7B}"/>
                </a:ext>
              </a:extLst>
            </p:cNvPr>
            <p:cNvSpPr/>
            <p:nvPr/>
          </p:nvSpPr>
          <p:spPr>
            <a:xfrm>
              <a:off x="978133" y="2404233"/>
              <a:ext cx="6808617" cy="65057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8" name="圆角矩形 347">
              <a:extLst>
                <a:ext uri="{FF2B5EF4-FFF2-40B4-BE49-F238E27FC236}">
                  <a16:creationId xmlns:a16="http://schemas.microsoft.com/office/drawing/2014/main" id="{94CF1288-DCBE-6947-B9EA-8ACF30CBA4FC}"/>
                </a:ext>
              </a:extLst>
            </p:cNvPr>
            <p:cNvSpPr/>
            <p:nvPr/>
          </p:nvSpPr>
          <p:spPr>
            <a:xfrm>
              <a:off x="972747" y="1776570"/>
              <a:ext cx="6808617" cy="52298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333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E11F31A7-824E-9C44-95A8-95D6C4F15A40}"/>
                </a:ext>
              </a:extLst>
            </p:cNvPr>
            <p:cNvGrpSpPr/>
            <p:nvPr/>
          </p:nvGrpSpPr>
          <p:grpSpPr>
            <a:xfrm>
              <a:off x="1041644" y="1307397"/>
              <a:ext cx="6612772" cy="2728346"/>
              <a:chOff x="423079" y="1289467"/>
              <a:chExt cx="6612772" cy="2728346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8729D6F-52A6-A94B-A677-2EC274A38557}"/>
                  </a:ext>
                </a:extLst>
              </p:cNvPr>
              <p:cNvSpPr txBox="1"/>
              <p:nvPr/>
            </p:nvSpPr>
            <p:spPr>
              <a:xfrm>
                <a:off x="423079" y="2621307"/>
                <a:ext cx="972382" cy="238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67" b="1" i="1">
                    <a:latin typeface="Segoe UI" panose="020B0502040204020203" pitchFamily="34" charset="0"/>
                    <a:cs typeface="Segoe UI" panose="020B0502040204020203" pitchFamily="34" charset="0"/>
                  </a:rPr>
                  <a:t>Kernel Task1</a:t>
                </a:r>
                <a:endParaRPr kumimoji="1" lang="zh-CN" altLang="en-US" sz="1467" b="1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7975B52-ABBE-8E45-9DA4-6E0F6BBCFF4D}"/>
                  </a:ext>
                </a:extLst>
              </p:cNvPr>
              <p:cNvSpPr txBox="1"/>
              <p:nvPr/>
            </p:nvSpPr>
            <p:spPr>
              <a:xfrm>
                <a:off x="427379" y="3364753"/>
                <a:ext cx="972382" cy="238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67" b="1" i="1">
                    <a:latin typeface="Segoe UI" panose="020B0502040204020203" pitchFamily="34" charset="0"/>
                    <a:cs typeface="Segoe UI" panose="020B0502040204020203" pitchFamily="34" charset="0"/>
                  </a:rPr>
                  <a:t>Kernel Task2</a:t>
                </a:r>
                <a:endParaRPr kumimoji="1" lang="zh-CN" altLang="en-US" sz="1467" b="1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667726BE-39A8-DD40-9922-3B9B1A38E83E}"/>
                  </a:ext>
                </a:extLst>
              </p:cNvPr>
              <p:cNvSpPr txBox="1"/>
              <p:nvPr/>
            </p:nvSpPr>
            <p:spPr>
              <a:xfrm>
                <a:off x="544279" y="1918478"/>
                <a:ext cx="639839" cy="238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67" b="1" i="1">
                    <a:latin typeface="Segoe UI" panose="020B0502040204020203" pitchFamily="34" charset="0"/>
                    <a:cs typeface="Segoe UI" panose="020B0502040204020203" pitchFamily="34" charset="0"/>
                  </a:rPr>
                  <a:t>Xkernel</a:t>
                </a:r>
                <a:endParaRPr kumimoji="1" lang="zh-CN" altLang="en-US" sz="1467" b="1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7" name="圆角矩形 166">
                <a:extLst>
                  <a:ext uri="{FF2B5EF4-FFF2-40B4-BE49-F238E27FC236}">
                    <a16:creationId xmlns:a16="http://schemas.microsoft.com/office/drawing/2014/main" id="{62C9FCFA-B976-ED4E-95FB-A7147F15142F}"/>
                  </a:ext>
                </a:extLst>
              </p:cNvPr>
              <p:cNvSpPr/>
              <p:nvPr/>
            </p:nvSpPr>
            <p:spPr>
              <a:xfrm>
                <a:off x="1296262" y="1895395"/>
                <a:ext cx="935087" cy="30777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333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Attach AUX </a:t>
                </a:r>
                <a:r>
                  <a:rPr kumimoji="1" lang="en-US" altLang="zh-CN" sz="1333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Kprobes</a:t>
                </a:r>
                <a:endParaRPr kumimoji="1" lang="zh-CN" altLang="en-US" sz="1333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168" name="直线箭头连接符 167">
                <a:extLst>
                  <a:ext uri="{FF2B5EF4-FFF2-40B4-BE49-F238E27FC236}">
                    <a16:creationId xmlns:a16="http://schemas.microsoft.com/office/drawing/2014/main" id="{D471EA25-D859-7F4D-89C7-AC42CCDC53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2031" y="1746507"/>
                <a:ext cx="0" cy="19579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724742E-DDB4-ED40-8B6B-8F5EB845D7D7}"/>
                  </a:ext>
                </a:extLst>
              </p:cNvPr>
              <p:cNvSpPr txBox="1"/>
              <p:nvPr/>
            </p:nvSpPr>
            <p:spPr>
              <a:xfrm>
                <a:off x="1758293" y="1289467"/>
                <a:ext cx="1168685" cy="407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467">
                    <a:latin typeface="Consolas" panose="020B0609020204030204" pitchFamily="49" charset="0"/>
                    <a:cs typeface="Consolas" panose="020B0609020204030204" pitchFamily="49" charset="0"/>
                  </a:rPr>
                  <a:t>stop_machine</a:t>
                </a:r>
                <a:r>
                  <a:rPr kumimoji="1" lang="en-US" altLang="zh-CN" sz="1467">
                    <a:latin typeface="Segoe UI" panose="020B0502040204020203" pitchFamily="34" charset="0"/>
                    <a:cs typeface="Segoe UI" panose="020B0502040204020203" pitchFamily="34" charset="0"/>
                  </a:rPr>
                  <a:t>()</a:t>
                </a:r>
              </a:p>
              <a:p>
                <a:pPr algn="ctr"/>
                <a:r>
                  <a:rPr kumimoji="1" lang="en-US" altLang="zh-CN" sz="1467">
                    <a:latin typeface="Segoe UI" panose="020B0502040204020203" pitchFamily="34" charset="0"/>
                    <a:cs typeface="Segoe UI" panose="020B0502040204020203" pitchFamily="34" charset="0"/>
                  </a:rPr>
                  <a:t>AUX Kprobes </a:t>
                </a:r>
                <a:r>
                  <a:rPr kumimoji="1" lang="en-US" altLang="zh-CN" sz="1467" b="1">
                    <a:latin typeface="Segoe UI" panose="020B0502040204020203" pitchFamily="34" charset="0"/>
                    <a:cs typeface="Segoe UI" panose="020B0502040204020203" pitchFamily="34" charset="0"/>
                  </a:rPr>
                  <a:t>on</a:t>
                </a:r>
              </a:p>
            </p:txBody>
          </p:sp>
          <p:grpSp>
            <p:nvGrpSpPr>
              <p:cNvPr id="233" name="组合 232">
                <a:extLst>
                  <a:ext uri="{FF2B5EF4-FFF2-40B4-BE49-F238E27FC236}">
                    <a16:creationId xmlns:a16="http://schemas.microsoft.com/office/drawing/2014/main" id="{9F19ADD8-5BCD-814F-881E-BDD8ED65DF6A}"/>
                  </a:ext>
                </a:extLst>
              </p:cNvPr>
              <p:cNvGrpSpPr/>
              <p:nvPr/>
            </p:nvGrpSpPr>
            <p:grpSpPr>
              <a:xfrm>
                <a:off x="1928623" y="2449792"/>
                <a:ext cx="1492555" cy="503925"/>
                <a:chOff x="1928623" y="2449792"/>
                <a:chExt cx="1492555" cy="503925"/>
              </a:xfrm>
            </p:grpSpPr>
            <p:grpSp>
              <p:nvGrpSpPr>
                <p:cNvPr id="234" name="组合 233">
                  <a:extLst>
                    <a:ext uri="{FF2B5EF4-FFF2-40B4-BE49-F238E27FC236}">
                      <a16:creationId xmlns:a16="http://schemas.microsoft.com/office/drawing/2014/main" id="{A4397FFF-4A5B-C04B-9CDF-81B50CBAC00B}"/>
                    </a:ext>
                  </a:extLst>
                </p:cNvPr>
                <p:cNvGrpSpPr/>
                <p:nvPr/>
              </p:nvGrpSpPr>
              <p:grpSpPr>
                <a:xfrm>
                  <a:off x="1928623" y="2723370"/>
                  <a:ext cx="1238855" cy="230347"/>
                  <a:chOff x="2644587" y="3634778"/>
                  <a:chExt cx="1238855" cy="230347"/>
                </a:xfrm>
              </p:grpSpPr>
              <p:sp>
                <p:nvSpPr>
                  <p:cNvPr id="238" name="矩形 237">
                    <a:extLst>
                      <a:ext uri="{FF2B5EF4-FFF2-40B4-BE49-F238E27FC236}">
                        <a16:creationId xmlns:a16="http://schemas.microsoft.com/office/drawing/2014/main" id="{C488C783-11BC-804E-A25B-1165F8424C49}"/>
                      </a:ext>
                    </a:extLst>
                  </p:cNvPr>
                  <p:cNvSpPr/>
                  <p:nvPr/>
                </p:nvSpPr>
                <p:spPr>
                  <a:xfrm>
                    <a:off x="2644587" y="3634778"/>
                    <a:ext cx="1238855" cy="230347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i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39" name="矩形 238">
                    <a:extLst>
                      <a:ext uri="{FF2B5EF4-FFF2-40B4-BE49-F238E27FC236}">
                        <a16:creationId xmlns:a16="http://schemas.microsoft.com/office/drawing/2014/main" id="{2E57EACA-4DD7-B944-8184-D85F53AAF188}"/>
                      </a:ext>
                    </a:extLst>
                  </p:cNvPr>
                  <p:cNvSpPr/>
                  <p:nvPr/>
                </p:nvSpPr>
                <p:spPr>
                  <a:xfrm>
                    <a:off x="2919992" y="3634778"/>
                    <a:ext cx="673691" cy="222957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6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</a:t>
                    </a:r>
                    <a:endParaRPr kumimoji="1" lang="zh-CN" alt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35" name="组合 234">
                  <a:extLst>
                    <a:ext uri="{FF2B5EF4-FFF2-40B4-BE49-F238E27FC236}">
                      <a16:creationId xmlns:a16="http://schemas.microsoft.com/office/drawing/2014/main" id="{1EE1C54D-E5F7-B44E-8C06-5F637EB5AECE}"/>
                    </a:ext>
                  </a:extLst>
                </p:cNvPr>
                <p:cNvGrpSpPr/>
                <p:nvPr/>
              </p:nvGrpSpPr>
              <p:grpSpPr>
                <a:xfrm>
                  <a:off x="2985722" y="2449792"/>
                  <a:ext cx="435456" cy="242284"/>
                  <a:chOff x="3703146" y="4604004"/>
                  <a:chExt cx="435456" cy="242284"/>
                </a:xfrm>
              </p:grpSpPr>
              <p:sp>
                <p:nvSpPr>
                  <p:cNvPr id="236" name="圆角矩形标注 235">
                    <a:extLst>
                      <a:ext uri="{FF2B5EF4-FFF2-40B4-BE49-F238E27FC236}">
                        <a16:creationId xmlns:a16="http://schemas.microsoft.com/office/drawing/2014/main" id="{1801A04A-01AC-804E-9ADE-997CDAB95A30}"/>
                      </a:ext>
                    </a:extLst>
                  </p:cNvPr>
                  <p:cNvSpPr/>
                  <p:nvPr/>
                </p:nvSpPr>
                <p:spPr>
                  <a:xfrm>
                    <a:off x="3744471" y="4623331"/>
                    <a:ext cx="370757" cy="222957"/>
                  </a:xfrm>
                  <a:prstGeom prst="wedgeRoundRectCallout">
                    <a:avLst>
                      <a:gd name="adj1" fmla="val -75948"/>
                      <a:gd name="adj2" fmla="val 56076"/>
                      <a:gd name="adj3" fmla="val 16667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3DF6A5FA-0727-EA43-ACB3-8635FC43B25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3146" y="4604004"/>
                    <a:ext cx="435456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-1(1)</a:t>
                    </a:r>
                    <a:endParaRPr kumimoji="1" lang="zh-CN" altLang="en-US" sz="1400" b="1"/>
                  </a:p>
                </p:txBody>
              </p:sp>
            </p:grpSp>
          </p:grpSp>
          <p:cxnSp>
            <p:nvCxnSpPr>
              <p:cNvPr id="261" name="直线箭头连接符 260">
                <a:extLst>
                  <a:ext uri="{FF2B5EF4-FFF2-40B4-BE49-F238E27FC236}">
                    <a16:creationId xmlns:a16="http://schemas.microsoft.com/office/drawing/2014/main" id="{719CEB2A-F0AC-844F-89CE-60A71F97B4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92480" y="1746507"/>
                <a:ext cx="0" cy="19491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1DB57325-E723-5B45-9143-62EC6386D733}"/>
                  </a:ext>
                </a:extLst>
              </p:cNvPr>
              <p:cNvGrpSpPr/>
              <p:nvPr/>
            </p:nvGrpSpPr>
            <p:grpSpPr>
              <a:xfrm>
                <a:off x="3459023" y="2438384"/>
                <a:ext cx="1776356" cy="508881"/>
                <a:chOff x="3459023" y="2438384"/>
                <a:chExt cx="1776356" cy="508881"/>
              </a:xfrm>
            </p:grpSpPr>
            <p:grpSp>
              <p:nvGrpSpPr>
                <p:cNvPr id="263" name="组合 262">
                  <a:extLst>
                    <a:ext uri="{FF2B5EF4-FFF2-40B4-BE49-F238E27FC236}">
                      <a16:creationId xmlns:a16="http://schemas.microsoft.com/office/drawing/2014/main" id="{0AFDDA23-BEE8-8C49-9BA2-576AE6BDF87C}"/>
                    </a:ext>
                  </a:extLst>
                </p:cNvPr>
                <p:cNvGrpSpPr/>
                <p:nvPr/>
              </p:nvGrpSpPr>
              <p:grpSpPr>
                <a:xfrm>
                  <a:off x="3743384" y="2716918"/>
                  <a:ext cx="1238855" cy="230347"/>
                  <a:chOff x="2644587" y="3634778"/>
                  <a:chExt cx="1238855" cy="230347"/>
                </a:xfrm>
              </p:grpSpPr>
              <p:sp>
                <p:nvSpPr>
                  <p:cNvPr id="270" name="矩形 269">
                    <a:extLst>
                      <a:ext uri="{FF2B5EF4-FFF2-40B4-BE49-F238E27FC236}">
                        <a16:creationId xmlns:a16="http://schemas.microsoft.com/office/drawing/2014/main" id="{5C9B9790-33E7-074C-A567-251C8859DF17}"/>
                      </a:ext>
                    </a:extLst>
                  </p:cNvPr>
                  <p:cNvSpPr/>
                  <p:nvPr/>
                </p:nvSpPr>
                <p:spPr>
                  <a:xfrm>
                    <a:off x="2644587" y="3634778"/>
                    <a:ext cx="1238855" cy="230347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6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</a:t>
                    </a:r>
                    <a:endParaRPr kumimoji="1" lang="zh-CN" alt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1" name="矩形 270">
                    <a:extLst>
                      <a:ext uri="{FF2B5EF4-FFF2-40B4-BE49-F238E27FC236}">
                        <a16:creationId xmlns:a16="http://schemas.microsoft.com/office/drawing/2014/main" id="{9F3EA984-F400-904D-B380-929A3AA4BE5E}"/>
                      </a:ext>
                    </a:extLst>
                  </p:cNvPr>
                  <p:cNvSpPr/>
                  <p:nvPr/>
                </p:nvSpPr>
                <p:spPr>
                  <a:xfrm>
                    <a:off x="2919992" y="3634778"/>
                    <a:ext cx="673691" cy="222957"/>
                  </a:xfrm>
                  <a:prstGeom prst="rect">
                    <a:avLst/>
                  </a:prstGeom>
                  <a:noFill/>
                  <a:ln w="2857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>
                      <a:solidFill>
                        <a:srgbClr val="C00000"/>
                      </a:solidFill>
                      <a:effectLst>
                        <a:glow rad="228600">
                          <a:schemeClr val="accent1">
                            <a:satMod val="175000"/>
                            <a:alpha val="40000"/>
                          </a:schemeClr>
                        </a:glow>
                      </a:effectLst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264" name="组合 263">
                  <a:extLst>
                    <a:ext uri="{FF2B5EF4-FFF2-40B4-BE49-F238E27FC236}">
                      <a16:creationId xmlns:a16="http://schemas.microsoft.com/office/drawing/2014/main" id="{7F0AC7DF-483B-7947-B9C6-3197EC4FC96E}"/>
                    </a:ext>
                  </a:extLst>
                </p:cNvPr>
                <p:cNvGrpSpPr/>
                <p:nvPr/>
              </p:nvGrpSpPr>
              <p:grpSpPr>
                <a:xfrm>
                  <a:off x="3459023" y="2441934"/>
                  <a:ext cx="469119" cy="242284"/>
                  <a:chOff x="2924462" y="4592130"/>
                  <a:chExt cx="469119" cy="242284"/>
                </a:xfrm>
              </p:grpSpPr>
              <p:sp>
                <p:nvSpPr>
                  <p:cNvPr id="268" name="圆角矩形标注 267">
                    <a:extLst>
                      <a:ext uri="{FF2B5EF4-FFF2-40B4-BE49-F238E27FC236}">
                        <a16:creationId xmlns:a16="http://schemas.microsoft.com/office/drawing/2014/main" id="{18493438-8ECB-2349-91B0-86FB4E48B290}"/>
                      </a:ext>
                    </a:extLst>
                  </p:cNvPr>
                  <p:cNvSpPr/>
                  <p:nvPr/>
                </p:nvSpPr>
                <p:spPr>
                  <a:xfrm>
                    <a:off x="2982099" y="4611457"/>
                    <a:ext cx="370757" cy="222957"/>
                  </a:xfrm>
                  <a:prstGeom prst="wedgeRoundRectCallout">
                    <a:avLst>
                      <a:gd name="adj1" fmla="val 73912"/>
                      <a:gd name="adj2" fmla="val 55746"/>
                      <a:gd name="adj3" fmla="val 16667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69" name="文本框 268">
                    <a:extLst>
                      <a:ext uri="{FF2B5EF4-FFF2-40B4-BE49-F238E27FC236}">
                        <a16:creationId xmlns:a16="http://schemas.microsoft.com/office/drawing/2014/main" id="{3439D733-A1C2-814D-8CCE-9FBEADBDD0AF}"/>
                      </a:ext>
                    </a:extLst>
                  </p:cNvPr>
                  <p:cNvSpPr txBox="1"/>
                  <p:nvPr/>
                </p:nvSpPr>
                <p:spPr>
                  <a:xfrm>
                    <a:off x="2924462" y="4592130"/>
                    <a:ext cx="469119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+1(2)</a:t>
                    </a:r>
                    <a:endParaRPr kumimoji="1" lang="zh-CN" altLang="en-US" sz="1400" b="1"/>
                  </a:p>
                </p:txBody>
              </p:sp>
            </p:grpSp>
            <p:grpSp>
              <p:nvGrpSpPr>
                <p:cNvPr id="265" name="组合 264">
                  <a:extLst>
                    <a:ext uri="{FF2B5EF4-FFF2-40B4-BE49-F238E27FC236}">
                      <a16:creationId xmlns:a16="http://schemas.microsoft.com/office/drawing/2014/main" id="{7A9BF754-02AF-3346-B437-613BE433FCDA}"/>
                    </a:ext>
                  </a:extLst>
                </p:cNvPr>
                <p:cNvGrpSpPr/>
                <p:nvPr/>
              </p:nvGrpSpPr>
              <p:grpSpPr>
                <a:xfrm>
                  <a:off x="4799923" y="2438384"/>
                  <a:ext cx="435456" cy="242284"/>
                  <a:chOff x="3703146" y="4604004"/>
                  <a:chExt cx="435456" cy="242284"/>
                </a:xfrm>
              </p:grpSpPr>
              <p:sp>
                <p:nvSpPr>
                  <p:cNvPr id="266" name="圆角矩形标注 265">
                    <a:extLst>
                      <a:ext uri="{FF2B5EF4-FFF2-40B4-BE49-F238E27FC236}">
                        <a16:creationId xmlns:a16="http://schemas.microsoft.com/office/drawing/2014/main" id="{8BD6E163-1CD8-7449-B970-69E9FA1012B6}"/>
                      </a:ext>
                    </a:extLst>
                  </p:cNvPr>
                  <p:cNvSpPr/>
                  <p:nvPr/>
                </p:nvSpPr>
                <p:spPr>
                  <a:xfrm>
                    <a:off x="3744471" y="4623331"/>
                    <a:ext cx="370757" cy="222957"/>
                  </a:xfrm>
                  <a:prstGeom prst="wedgeRoundRectCallout">
                    <a:avLst>
                      <a:gd name="adj1" fmla="val -75948"/>
                      <a:gd name="adj2" fmla="val 56076"/>
                      <a:gd name="adj3" fmla="val 16667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67" name="文本框 266">
                    <a:extLst>
                      <a:ext uri="{FF2B5EF4-FFF2-40B4-BE49-F238E27FC236}">
                        <a16:creationId xmlns:a16="http://schemas.microsoft.com/office/drawing/2014/main" id="{882474EB-771A-044C-B805-408EA626F628}"/>
                      </a:ext>
                    </a:extLst>
                  </p:cNvPr>
                  <p:cNvSpPr txBox="1"/>
                  <p:nvPr/>
                </p:nvSpPr>
                <p:spPr>
                  <a:xfrm>
                    <a:off x="3703146" y="4604004"/>
                    <a:ext cx="435456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-1(0)</a:t>
                    </a:r>
                    <a:endParaRPr kumimoji="1" lang="zh-CN" altLang="en-US" sz="1400" b="1"/>
                  </a:p>
                </p:txBody>
              </p:sp>
            </p:grpSp>
          </p:grpSp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E1430074-B3D2-274F-A76F-1603BE7DEF35}"/>
                  </a:ext>
                </a:extLst>
              </p:cNvPr>
              <p:cNvGrpSpPr/>
              <p:nvPr/>
            </p:nvGrpSpPr>
            <p:grpSpPr>
              <a:xfrm>
                <a:off x="2187311" y="3132280"/>
                <a:ext cx="2718547" cy="503644"/>
                <a:chOff x="2187311" y="3132280"/>
                <a:chExt cx="2718547" cy="503644"/>
              </a:xfrm>
            </p:grpSpPr>
            <p:grpSp>
              <p:nvGrpSpPr>
                <p:cNvPr id="273" name="组合 272">
                  <a:extLst>
                    <a:ext uri="{FF2B5EF4-FFF2-40B4-BE49-F238E27FC236}">
                      <a16:creationId xmlns:a16="http://schemas.microsoft.com/office/drawing/2014/main" id="{CCD180C3-EF51-CB4E-AD6B-C5953EE48603}"/>
                    </a:ext>
                  </a:extLst>
                </p:cNvPr>
                <p:cNvGrpSpPr/>
                <p:nvPr/>
              </p:nvGrpSpPr>
              <p:grpSpPr>
                <a:xfrm>
                  <a:off x="2463842" y="3405577"/>
                  <a:ext cx="2133300" cy="230347"/>
                  <a:chOff x="3532394" y="4473346"/>
                  <a:chExt cx="2133300" cy="230347"/>
                </a:xfrm>
              </p:grpSpPr>
              <p:sp>
                <p:nvSpPr>
                  <p:cNvPr id="280" name="矩形 279">
                    <a:extLst>
                      <a:ext uri="{FF2B5EF4-FFF2-40B4-BE49-F238E27FC236}">
                        <a16:creationId xmlns:a16="http://schemas.microsoft.com/office/drawing/2014/main" id="{3E2DDD53-0FAA-414F-8D15-496292F893A8}"/>
                      </a:ext>
                    </a:extLst>
                  </p:cNvPr>
                  <p:cNvSpPr/>
                  <p:nvPr/>
                </p:nvSpPr>
                <p:spPr>
                  <a:xfrm>
                    <a:off x="3532394" y="4473346"/>
                    <a:ext cx="2133300" cy="230347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6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</a:t>
                    </a:r>
                    <a:endParaRPr kumimoji="1" lang="zh-CN" alt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1" name="矩形 280">
                    <a:extLst>
                      <a:ext uri="{FF2B5EF4-FFF2-40B4-BE49-F238E27FC236}">
                        <a16:creationId xmlns:a16="http://schemas.microsoft.com/office/drawing/2014/main" id="{44A95BE0-239E-FE43-A7E9-52502933967D}"/>
                      </a:ext>
                    </a:extLst>
                  </p:cNvPr>
                  <p:cNvSpPr/>
                  <p:nvPr/>
                </p:nvSpPr>
                <p:spPr>
                  <a:xfrm>
                    <a:off x="3807798" y="4473346"/>
                    <a:ext cx="1622226" cy="222957"/>
                  </a:xfrm>
                  <a:prstGeom prst="rect">
                    <a:avLst/>
                  </a:prstGeom>
                  <a:noFill/>
                  <a:ln w="2857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>
                      <a:solidFill>
                        <a:srgbClr val="C00000"/>
                      </a:solidFill>
                      <a:effectLst>
                        <a:glow rad="228600">
                          <a:schemeClr val="accent1">
                            <a:satMod val="175000"/>
                            <a:alpha val="40000"/>
                          </a:schemeClr>
                        </a:glow>
                      </a:effectLst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274" name="组合 273">
                  <a:extLst>
                    <a:ext uri="{FF2B5EF4-FFF2-40B4-BE49-F238E27FC236}">
                      <a16:creationId xmlns:a16="http://schemas.microsoft.com/office/drawing/2014/main" id="{2AC87D88-E766-7446-870E-20E3CAA23C10}"/>
                    </a:ext>
                  </a:extLst>
                </p:cNvPr>
                <p:cNvGrpSpPr/>
                <p:nvPr/>
              </p:nvGrpSpPr>
              <p:grpSpPr>
                <a:xfrm>
                  <a:off x="2187311" y="3141209"/>
                  <a:ext cx="469119" cy="242284"/>
                  <a:chOff x="2924462" y="4592130"/>
                  <a:chExt cx="469119" cy="242284"/>
                </a:xfrm>
              </p:grpSpPr>
              <p:sp>
                <p:nvSpPr>
                  <p:cNvPr id="278" name="圆角矩形标注 277">
                    <a:extLst>
                      <a:ext uri="{FF2B5EF4-FFF2-40B4-BE49-F238E27FC236}">
                        <a16:creationId xmlns:a16="http://schemas.microsoft.com/office/drawing/2014/main" id="{0CEC25A0-F085-2B40-9AFB-1EECD3947535}"/>
                      </a:ext>
                    </a:extLst>
                  </p:cNvPr>
                  <p:cNvSpPr/>
                  <p:nvPr/>
                </p:nvSpPr>
                <p:spPr>
                  <a:xfrm>
                    <a:off x="2982099" y="4611457"/>
                    <a:ext cx="370757" cy="222957"/>
                  </a:xfrm>
                  <a:prstGeom prst="wedgeRoundRectCallout">
                    <a:avLst>
                      <a:gd name="adj1" fmla="val 73912"/>
                      <a:gd name="adj2" fmla="val 55746"/>
                      <a:gd name="adj3" fmla="val 16667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79" name="文本框 278">
                    <a:extLst>
                      <a:ext uri="{FF2B5EF4-FFF2-40B4-BE49-F238E27FC236}">
                        <a16:creationId xmlns:a16="http://schemas.microsoft.com/office/drawing/2014/main" id="{5E31B6D0-7B91-AC4A-ADDE-A2306099A661}"/>
                      </a:ext>
                    </a:extLst>
                  </p:cNvPr>
                  <p:cNvSpPr txBox="1"/>
                  <p:nvPr/>
                </p:nvSpPr>
                <p:spPr>
                  <a:xfrm>
                    <a:off x="2924462" y="4592130"/>
                    <a:ext cx="469119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+1(2)</a:t>
                    </a:r>
                    <a:endParaRPr kumimoji="1" lang="zh-CN" altLang="en-US" sz="1400" b="1"/>
                  </a:p>
                </p:txBody>
              </p:sp>
            </p:grpSp>
            <p:grpSp>
              <p:nvGrpSpPr>
                <p:cNvPr id="275" name="组合 274">
                  <a:extLst>
                    <a:ext uri="{FF2B5EF4-FFF2-40B4-BE49-F238E27FC236}">
                      <a16:creationId xmlns:a16="http://schemas.microsoft.com/office/drawing/2014/main" id="{0EB0D4BA-5770-5941-9658-A8809B047DBE}"/>
                    </a:ext>
                  </a:extLst>
                </p:cNvPr>
                <p:cNvGrpSpPr/>
                <p:nvPr/>
              </p:nvGrpSpPr>
              <p:grpSpPr>
                <a:xfrm>
                  <a:off x="4470402" y="3132280"/>
                  <a:ext cx="435456" cy="242284"/>
                  <a:chOff x="3703146" y="4604004"/>
                  <a:chExt cx="435456" cy="242284"/>
                </a:xfrm>
              </p:grpSpPr>
              <p:sp>
                <p:nvSpPr>
                  <p:cNvPr id="276" name="圆角矩形标注 275">
                    <a:extLst>
                      <a:ext uri="{FF2B5EF4-FFF2-40B4-BE49-F238E27FC236}">
                        <a16:creationId xmlns:a16="http://schemas.microsoft.com/office/drawing/2014/main" id="{843CE8A6-EF01-DD49-937B-030F1C63D29F}"/>
                      </a:ext>
                    </a:extLst>
                  </p:cNvPr>
                  <p:cNvSpPr/>
                  <p:nvPr/>
                </p:nvSpPr>
                <p:spPr>
                  <a:xfrm>
                    <a:off x="3744471" y="4623331"/>
                    <a:ext cx="370757" cy="222957"/>
                  </a:xfrm>
                  <a:prstGeom prst="wedgeRoundRectCallout">
                    <a:avLst>
                      <a:gd name="adj1" fmla="val -75948"/>
                      <a:gd name="adj2" fmla="val 56076"/>
                      <a:gd name="adj3" fmla="val 16667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77" name="文本框 276">
                    <a:extLst>
                      <a:ext uri="{FF2B5EF4-FFF2-40B4-BE49-F238E27FC236}">
                        <a16:creationId xmlns:a16="http://schemas.microsoft.com/office/drawing/2014/main" id="{51B6764D-9C51-7141-9B35-C1FAF6F23C33}"/>
                      </a:ext>
                    </a:extLst>
                  </p:cNvPr>
                  <p:cNvSpPr txBox="1"/>
                  <p:nvPr/>
                </p:nvSpPr>
                <p:spPr>
                  <a:xfrm>
                    <a:off x="3703146" y="4604004"/>
                    <a:ext cx="435456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-1(1)</a:t>
                    </a:r>
                    <a:endParaRPr kumimoji="1" lang="zh-CN" altLang="en-US" sz="1400" b="1"/>
                  </a:p>
                </p:txBody>
              </p:sp>
            </p:grpSp>
          </p:grpSp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600F3414-A24C-A746-8D45-6B4B637BBE39}"/>
                  </a:ext>
                </a:extLst>
              </p:cNvPr>
              <p:cNvSpPr txBox="1"/>
              <p:nvPr/>
            </p:nvSpPr>
            <p:spPr>
              <a:xfrm>
                <a:off x="4168035" y="1458744"/>
                <a:ext cx="1094819" cy="238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467">
                    <a:latin typeface="Consolas" panose="020B0609020204030204" pitchFamily="49" charset="0"/>
                    <a:cs typeface="Consolas" panose="020B0609020204030204" pitchFamily="49" charset="0"/>
                  </a:rPr>
                  <a:t>IR </a:t>
                </a:r>
                <a:r>
                  <a:rPr kumimoji="1" lang="en-US" altLang="zh-CN" sz="1467">
                    <a:latin typeface="Segoe UI" panose="020B0502040204020203" pitchFamily="34" charset="0"/>
                    <a:cs typeface="Segoe UI" panose="020B0502040204020203" pitchFamily="34" charset="0"/>
                  </a:rPr>
                  <a:t>Kprobes </a:t>
                </a:r>
                <a:r>
                  <a:rPr kumimoji="1" lang="en-US" altLang="zh-CN" sz="1467" b="1">
                    <a:latin typeface="Segoe UI" panose="020B0502040204020203" pitchFamily="34" charset="0"/>
                    <a:cs typeface="Segoe UI" panose="020B0502040204020203" pitchFamily="34" charset="0"/>
                  </a:rPr>
                  <a:t>on</a:t>
                </a:r>
              </a:p>
            </p:txBody>
          </p:sp>
          <p:sp>
            <p:nvSpPr>
              <p:cNvPr id="283" name="圆角矩形 282">
                <a:extLst>
                  <a:ext uri="{FF2B5EF4-FFF2-40B4-BE49-F238E27FC236}">
                    <a16:creationId xmlns:a16="http://schemas.microsoft.com/office/drawing/2014/main" id="{39F3FF50-B408-5A4B-9180-B01303A50948}"/>
                  </a:ext>
                </a:extLst>
              </p:cNvPr>
              <p:cNvSpPr/>
              <p:nvPr/>
            </p:nvSpPr>
            <p:spPr>
              <a:xfrm>
                <a:off x="5153790" y="1899695"/>
                <a:ext cx="935087" cy="30777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333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Detach AUX Kprobes</a:t>
                </a:r>
                <a:endParaRPr kumimoji="1" lang="zh-CN" altLang="en-US" sz="13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312" name="直线箭头连接符 311">
                <a:extLst>
                  <a:ext uri="{FF2B5EF4-FFF2-40B4-BE49-F238E27FC236}">
                    <a16:creationId xmlns:a16="http://schemas.microsoft.com/office/drawing/2014/main" id="{3BA3A370-20E4-EC47-848A-87D1613D59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68631" y="1746507"/>
                <a:ext cx="0" cy="19579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3" name="组合 312">
                <a:extLst>
                  <a:ext uri="{FF2B5EF4-FFF2-40B4-BE49-F238E27FC236}">
                    <a16:creationId xmlns:a16="http://schemas.microsoft.com/office/drawing/2014/main" id="{D5B484D1-34A8-9C4E-80DB-0A2530A2B43F}"/>
                  </a:ext>
                </a:extLst>
              </p:cNvPr>
              <p:cNvGrpSpPr/>
              <p:nvPr/>
            </p:nvGrpSpPr>
            <p:grpSpPr>
              <a:xfrm>
                <a:off x="4933551" y="3137424"/>
                <a:ext cx="1511024" cy="509116"/>
                <a:chOff x="4933551" y="3137424"/>
                <a:chExt cx="1511024" cy="509116"/>
              </a:xfrm>
            </p:grpSpPr>
            <p:sp>
              <p:nvSpPr>
                <p:cNvPr id="314" name="矩形 313">
                  <a:extLst>
                    <a:ext uri="{FF2B5EF4-FFF2-40B4-BE49-F238E27FC236}">
                      <a16:creationId xmlns:a16="http://schemas.microsoft.com/office/drawing/2014/main" id="{3CABB879-499A-4040-8CBA-37F7D3B04FC3}"/>
                    </a:ext>
                  </a:extLst>
                </p:cNvPr>
                <p:cNvSpPr/>
                <p:nvPr/>
              </p:nvSpPr>
              <p:spPr>
                <a:xfrm>
                  <a:off x="5217913" y="3416193"/>
                  <a:ext cx="791206" cy="23034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333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5" name="矩形 314">
                  <a:extLst>
                    <a:ext uri="{FF2B5EF4-FFF2-40B4-BE49-F238E27FC236}">
                      <a16:creationId xmlns:a16="http://schemas.microsoft.com/office/drawing/2014/main" id="{15AC7EDF-96DE-9A43-A3BE-E1AF15F31705}"/>
                    </a:ext>
                  </a:extLst>
                </p:cNvPr>
                <p:cNvSpPr/>
                <p:nvPr/>
              </p:nvSpPr>
              <p:spPr>
                <a:xfrm>
                  <a:off x="5493318" y="3416193"/>
                  <a:ext cx="352300" cy="222957"/>
                </a:xfrm>
                <a:prstGeom prst="rect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kumimoji="1" lang="en-US" altLang="zh-CN" sz="1600" b="1" i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’</a:t>
                  </a:r>
                  <a:endParaRPr kumimoji="1" lang="zh-CN" alt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16" name="组合 315">
                  <a:extLst>
                    <a:ext uri="{FF2B5EF4-FFF2-40B4-BE49-F238E27FC236}">
                      <a16:creationId xmlns:a16="http://schemas.microsoft.com/office/drawing/2014/main" id="{9E99BD85-9306-0944-B23A-F5323BBA4B79}"/>
                    </a:ext>
                  </a:extLst>
                </p:cNvPr>
                <p:cNvGrpSpPr/>
                <p:nvPr/>
              </p:nvGrpSpPr>
              <p:grpSpPr>
                <a:xfrm>
                  <a:off x="4933551" y="3141209"/>
                  <a:ext cx="469119" cy="242284"/>
                  <a:chOff x="2924462" y="4592130"/>
                  <a:chExt cx="469119" cy="242284"/>
                </a:xfrm>
              </p:grpSpPr>
              <p:sp>
                <p:nvSpPr>
                  <p:cNvPr id="320" name="圆角矩形标注 319">
                    <a:extLst>
                      <a:ext uri="{FF2B5EF4-FFF2-40B4-BE49-F238E27FC236}">
                        <a16:creationId xmlns:a16="http://schemas.microsoft.com/office/drawing/2014/main" id="{73E87FEF-69B4-7B45-9773-70DD996E85F4}"/>
                      </a:ext>
                    </a:extLst>
                  </p:cNvPr>
                  <p:cNvSpPr/>
                  <p:nvPr/>
                </p:nvSpPr>
                <p:spPr>
                  <a:xfrm>
                    <a:off x="2982099" y="4611457"/>
                    <a:ext cx="370757" cy="222957"/>
                  </a:xfrm>
                  <a:prstGeom prst="wedgeRoundRectCallout">
                    <a:avLst>
                      <a:gd name="adj1" fmla="val 73912"/>
                      <a:gd name="adj2" fmla="val 55746"/>
                      <a:gd name="adj3" fmla="val 16667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28575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21" name="文本框 320">
                    <a:extLst>
                      <a:ext uri="{FF2B5EF4-FFF2-40B4-BE49-F238E27FC236}">
                        <a16:creationId xmlns:a16="http://schemas.microsoft.com/office/drawing/2014/main" id="{BC4C5D3A-C8F0-E049-BA9D-52565D59B75C}"/>
                      </a:ext>
                    </a:extLst>
                  </p:cNvPr>
                  <p:cNvSpPr txBox="1"/>
                  <p:nvPr/>
                </p:nvSpPr>
                <p:spPr>
                  <a:xfrm>
                    <a:off x="2924462" y="4592130"/>
                    <a:ext cx="469119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+1(0)</a:t>
                    </a:r>
                    <a:endParaRPr kumimoji="1" lang="zh-CN" altLang="en-US" sz="1400" b="1"/>
                  </a:p>
                </p:txBody>
              </p:sp>
            </p:grpSp>
            <p:grpSp>
              <p:nvGrpSpPr>
                <p:cNvPr id="317" name="组合 316">
                  <a:extLst>
                    <a:ext uri="{FF2B5EF4-FFF2-40B4-BE49-F238E27FC236}">
                      <a16:creationId xmlns:a16="http://schemas.microsoft.com/office/drawing/2014/main" id="{6E0B00C8-1804-E941-8D42-FFD2CE77EEED}"/>
                    </a:ext>
                  </a:extLst>
                </p:cNvPr>
                <p:cNvGrpSpPr/>
                <p:nvPr/>
              </p:nvGrpSpPr>
              <p:grpSpPr>
                <a:xfrm>
                  <a:off x="5987784" y="3137424"/>
                  <a:ext cx="456791" cy="252575"/>
                  <a:chOff x="3744471" y="4593713"/>
                  <a:chExt cx="456791" cy="252575"/>
                </a:xfrm>
              </p:grpSpPr>
              <p:sp>
                <p:nvSpPr>
                  <p:cNvPr id="318" name="圆角矩形标注 317">
                    <a:extLst>
                      <a:ext uri="{FF2B5EF4-FFF2-40B4-BE49-F238E27FC236}">
                        <a16:creationId xmlns:a16="http://schemas.microsoft.com/office/drawing/2014/main" id="{7115D782-8214-DF4E-AF32-7508F8D46F13}"/>
                      </a:ext>
                    </a:extLst>
                  </p:cNvPr>
                  <p:cNvSpPr/>
                  <p:nvPr/>
                </p:nvSpPr>
                <p:spPr>
                  <a:xfrm>
                    <a:off x="3744471" y="4623331"/>
                    <a:ext cx="370757" cy="222957"/>
                  </a:xfrm>
                  <a:prstGeom prst="wedgeRoundRectCallout">
                    <a:avLst>
                      <a:gd name="adj1" fmla="val -75948"/>
                      <a:gd name="adj2" fmla="val 56076"/>
                      <a:gd name="adj3" fmla="val 16667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2857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333" b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19" name="文本框 318">
                    <a:extLst>
                      <a:ext uri="{FF2B5EF4-FFF2-40B4-BE49-F238E27FC236}">
                        <a16:creationId xmlns:a16="http://schemas.microsoft.com/office/drawing/2014/main" id="{65CA67F0-1D56-914E-A29B-24A154C77A7C}"/>
                      </a:ext>
                    </a:extLst>
                  </p:cNvPr>
                  <p:cNvSpPr txBox="1"/>
                  <p:nvPr/>
                </p:nvSpPr>
                <p:spPr>
                  <a:xfrm>
                    <a:off x="3765806" y="4593713"/>
                    <a:ext cx="435456" cy="2308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sz="1400" b="1"/>
                      <a:t>-1(0)</a:t>
                    </a:r>
                    <a:endParaRPr kumimoji="1" lang="zh-CN" altLang="en-US" sz="1400" b="1"/>
                  </a:p>
                </p:txBody>
              </p:sp>
            </p:grpSp>
          </p:grpSp>
          <p:grpSp>
            <p:nvGrpSpPr>
              <p:cNvPr id="323" name="组合 322">
                <a:extLst>
                  <a:ext uri="{FF2B5EF4-FFF2-40B4-BE49-F238E27FC236}">
                    <a16:creationId xmlns:a16="http://schemas.microsoft.com/office/drawing/2014/main" id="{CFC274D8-8E15-7E4A-BDEB-9794E587507E}"/>
                  </a:ext>
                </a:extLst>
              </p:cNvPr>
              <p:cNvGrpSpPr/>
              <p:nvPr/>
            </p:nvGrpSpPr>
            <p:grpSpPr>
              <a:xfrm>
                <a:off x="6244645" y="2704388"/>
                <a:ext cx="791206" cy="230347"/>
                <a:chOff x="6138186" y="2705783"/>
                <a:chExt cx="791206" cy="230347"/>
              </a:xfrm>
            </p:grpSpPr>
            <p:sp>
              <p:nvSpPr>
                <p:cNvPr id="324" name="矩形 323">
                  <a:extLst>
                    <a:ext uri="{FF2B5EF4-FFF2-40B4-BE49-F238E27FC236}">
                      <a16:creationId xmlns:a16="http://schemas.microsoft.com/office/drawing/2014/main" id="{E7BDE33D-EB2C-1243-9F52-18CA94B7F298}"/>
                    </a:ext>
                  </a:extLst>
                </p:cNvPr>
                <p:cNvSpPr/>
                <p:nvPr/>
              </p:nvSpPr>
              <p:spPr>
                <a:xfrm>
                  <a:off x="6138186" y="2705783"/>
                  <a:ext cx="791206" cy="23034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333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5" name="矩形 324">
                  <a:extLst>
                    <a:ext uri="{FF2B5EF4-FFF2-40B4-BE49-F238E27FC236}">
                      <a16:creationId xmlns:a16="http://schemas.microsoft.com/office/drawing/2014/main" id="{2B194A8F-5724-8746-A0C8-350DB5FC28DC}"/>
                    </a:ext>
                  </a:extLst>
                </p:cNvPr>
                <p:cNvSpPr/>
                <p:nvPr/>
              </p:nvSpPr>
              <p:spPr>
                <a:xfrm>
                  <a:off x="6413591" y="2705783"/>
                  <a:ext cx="352300" cy="222957"/>
                </a:xfrm>
                <a:prstGeom prst="rect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kumimoji="1" lang="en-US" altLang="zh-CN" sz="1600" b="1" i="1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’</a:t>
                  </a:r>
                  <a:endParaRPr kumimoji="1" lang="zh-CN" alt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5" name="组合 334">
                <a:extLst>
                  <a:ext uri="{FF2B5EF4-FFF2-40B4-BE49-F238E27FC236}">
                    <a16:creationId xmlns:a16="http://schemas.microsoft.com/office/drawing/2014/main" id="{D4A99D0D-F09E-EA44-A97E-1DBBC90811DF}"/>
                  </a:ext>
                </a:extLst>
              </p:cNvPr>
              <p:cNvGrpSpPr/>
              <p:nvPr/>
            </p:nvGrpSpPr>
            <p:grpSpPr>
              <a:xfrm>
                <a:off x="2318704" y="3808127"/>
                <a:ext cx="2373776" cy="206892"/>
                <a:chOff x="8042566" y="1659753"/>
                <a:chExt cx="688980" cy="196014"/>
              </a:xfrm>
            </p:grpSpPr>
            <p:cxnSp>
              <p:nvCxnSpPr>
                <p:cNvPr id="327" name="直线连接符 326">
                  <a:extLst>
                    <a:ext uri="{FF2B5EF4-FFF2-40B4-BE49-F238E27FC236}">
                      <a16:creationId xmlns:a16="http://schemas.microsoft.com/office/drawing/2014/main" id="{334DDF64-0BD2-9447-9143-A52C12F4EC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7945366" y="1758567"/>
                  <a:ext cx="1944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线连接符 327">
                  <a:extLst>
                    <a:ext uri="{FF2B5EF4-FFF2-40B4-BE49-F238E27FC236}">
                      <a16:creationId xmlns:a16="http://schemas.microsoft.com/office/drawing/2014/main" id="{3D21F125-AE7A-EF4F-88D0-2584F4F2AC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8634346" y="1756953"/>
                  <a:ext cx="1944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线箭头连接符 328">
                  <a:extLst>
                    <a:ext uri="{FF2B5EF4-FFF2-40B4-BE49-F238E27FC236}">
                      <a16:creationId xmlns:a16="http://schemas.microsoft.com/office/drawing/2014/main" id="{B0BB22A4-E7BD-4F40-A571-6EA9F251A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8387056" y="1412463"/>
                  <a:ext cx="0" cy="68898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764DC89E-2E36-0149-9BE6-459957C9C26B}"/>
                  </a:ext>
                </a:extLst>
              </p:cNvPr>
              <p:cNvSpPr txBox="1"/>
              <p:nvPr/>
            </p:nvSpPr>
            <p:spPr>
              <a:xfrm>
                <a:off x="3097250" y="3763898"/>
                <a:ext cx="792573" cy="2539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600" i="1">
                    <a:latin typeface="Segoe UI" panose="020B0502040204020203" pitchFamily="34" charset="0"/>
                    <a:cs typeface="Segoe UI" panose="020B0502040204020203" pitchFamily="34" charset="0"/>
                  </a:rPr>
                  <a:t>Transition</a:t>
                </a:r>
                <a:endParaRPr kumimoji="1" lang="zh-CN" altLang="en-US" sz="1600" i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00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9C896B9-3220-154C-90B5-E00EF5B2D743}"/>
              </a:ext>
            </a:extLst>
          </p:cNvPr>
          <p:cNvSpPr txBox="1"/>
          <p:nvPr/>
        </p:nvSpPr>
        <p:spPr>
          <a:xfrm>
            <a:off x="1972235" y="1028343"/>
            <a:ext cx="7524191" cy="3915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1.</a:t>
            </a:r>
            <a:r>
              <a:rPr lang="en" altLang="zh-CN" sz="1333">
                <a:solidFill>
                  <a:srgbClr val="098F4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Source Code: HYSTART_DELAY_THRESH(ca-&gt;delay_min &gt;&gt; 3)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2.</a:t>
            </a:r>
            <a:r>
              <a:rPr lang="en" altLang="zh-CN" sz="1333">
                <a:solidFill>
                  <a:srgbClr val="098F4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ctx-&gt;name: "cubictcp_acked"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3.</a:t>
            </a:r>
            <a:r>
              <a:rPr lang="en" altLang="zh-CN" sz="1333">
                <a:solidFill>
                  <a:srgbClr val="098F4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ctx-&gt;offset: 0x1f2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4.XK_PROBE(ctx,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sock </a:t>
            </a:r>
            <a:r>
              <a:rPr lang="en" altLang="zh-CN" sz="1333" b="1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sk) {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5. 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" altLang="zh-CN" sz="1333" b="1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ctx-&gt;transition_done())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6.     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7.</a:t>
            </a:r>
            <a:b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8. 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bictcp </a:t>
            </a:r>
            <a:r>
              <a:rPr lang="en" altLang="zh-CN" sz="1333" b="1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ca </a:t>
            </a:r>
            <a:r>
              <a:rPr lang="en" altLang="zh-CN" sz="1333" b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333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inet_csk_ca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(sk);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9.    u32 delay_min;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10.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(bpf_probe_read_kernel(&amp;delay_min,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(delay_min), &amp;ca-&gt;delay_min))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11.    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12.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(delay_min </a:t>
            </a:r>
            <a:r>
              <a:rPr lang="en" altLang="zh-CN" sz="1333" b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60000) </a:t>
            </a:r>
            <a:r>
              <a:rPr lang="en" altLang="zh-CN" sz="1333">
                <a:solidFill>
                  <a:srgbClr val="098F4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RTT &gt; 60ms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13.       ctx-&gt;set(3);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14.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15.       ctx-&gt;set(4);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16.   </a:t>
            </a:r>
            <a:r>
              <a:rPr lang="en" altLang="zh-CN" sz="1333" b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" altLang="zh-CN" sz="1333">
                <a:latin typeface="Consolas" panose="020B0609020204030204" pitchFamily="49" charset="0"/>
                <a:cs typeface="Consolas" panose="020B0609020204030204" pitchFamily="49" charset="0"/>
              </a:rPr>
              <a:t>17.}</a:t>
            </a:r>
          </a:p>
        </p:txBody>
      </p:sp>
    </p:spTree>
    <p:extLst>
      <p:ext uri="{BB962C8B-B14F-4D97-AF65-F5344CB8AC3E}">
        <p14:creationId xmlns:p14="http://schemas.microsoft.com/office/powerpoint/2010/main" val="322339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4B77E-F38C-6A4D-B311-FA1278F2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2" y="611997"/>
            <a:ext cx="4596580" cy="435133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mov $0x8, 0x170(%</a:t>
            </a:r>
            <a:r>
              <a:rPr kumimoji="1" lang="en" altLang="zh-CN" dirty="0" err="1"/>
              <a:t>rbx</a:t>
            </a:r>
            <a:r>
              <a:rPr kumimoji="1" lang="en" altLang="zh-CN" dirty="0"/>
              <a:t>)</a:t>
            </a:r>
          </a:p>
          <a:p>
            <a:r>
              <a:rPr kumimoji="1" lang="en" altLang="zh-CN" dirty="0"/>
              <a:t> add $0x1, %</a:t>
            </a:r>
            <a:r>
              <a:rPr kumimoji="1" lang="en" altLang="zh-CN" dirty="0" err="1"/>
              <a:t>ebx</a:t>
            </a:r>
            <a:endParaRPr kumimoji="1" lang="en" altLang="zh-CN" dirty="0"/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shl</a:t>
            </a:r>
            <a:r>
              <a:rPr kumimoji="1" lang="en" altLang="zh-CN" dirty="0"/>
              <a:t> $0x2, %</a:t>
            </a:r>
            <a:r>
              <a:rPr kumimoji="1" lang="en" altLang="zh-CN" dirty="0" err="1"/>
              <a:t>ebx</a:t>
            </a:r>
            <a:endParaRPr kumimoji="1" lang="en" altLang="zh-CN" dirty="0"/>
          </a:p>
          <a:p>
            <a:r>
              <a:rPr kumimoji="1" lang="en" altLang="zh-CN" b="1" dirty="0">
                <a:solidFill>
                  <a:srgbClr val="7030A0"/>
                </a:solidFill>
              </a:rPr>
              <a:t> mov %</a:t>
            </a:r>
            <a:r>
              <a:rPr kumimoji="1" lang="en" altLang="zh-CN" b="1" dirty="0" err="1">
                <a:solidFill>
                  <a:srgbClr val="7030A0"/>
                </a:solidFill>
              </a:rPr>
              <a:t>edx</a:t>
            </a:r>
            <a:r>
              <a:rPr kumimoji="1" lang="en" altLang="zh-CN" b="1" dirty="0">
                <a:solidFill>
                  <a:srgbClr val="7030A0"/>
                </a:solidFill>
              </a:rPr>
              <a:t>, %</a:t>
            </a:r>
            <a:r>
              <a:rPr kumimoji="1" lang="en" altLang="zh-CN" b="1" dirty="0" err="1">
                <a:solidFill>
                  <a:srgbClr val="7030A0"/>
                </a:solidFill>
              </a:rPr>
              <a:t>eax</a:t>
            </a:r>
            <a:r>
              <a:rPr kumimoji="1" lang="en" altLang="zh-CN" b="1" dirty="0">
                <a:solidFill>
                  <a:srgbClr val="7030A0"/>
                </a:solidFill>
              </a:rPr>
              <a:t> </a:t>
            </a:r>
          </a:p>
          <a:p>
            <a:r>
              <a:rPr kumimoji="1" lang="en" altLang="zh-CN" b="1" dirty="0">
                <a:solidFill>
                  <a:srgbClr val="7030A0"/>
                </a:solidFill>
              </a:rPr>
              <a:t> </a:t>
            </a:r>
            <a:r>
              <a:rPr kumimoji="1" lang="en" altLang="zh-CN" b="1" dirty="0" err="1">
                <a:solidFill>
                  <a:srgbClr val="7030A0"/>
                </a:solidFill>
              </a:rPr>
              <a:t>shl</a:t>
            </a:r>
            <a:r>
              <a:rPr kumimoji="1" lang="en" altLang="zh-CN" b="1" dirty="0">
                <a:solidFill>
                  <a:srgbClr val="7030A0"/>
                </a:solidFill>
              </a:rPr>
              <a:t> $0x2, %</a:t>
            </a:r>
            <a:r>
              <a:rPr kumimoji="1" lang="en" altLang="zh-CN" b="1" dirty="0" err="1">
                <a:solidFill>
                  <a:srgbClr val="7030A0"/>
                </a:solidFill>
              </a:rPr>
              <a:t>eax</a:t>
            </a:r>
            <a:endParaRPr kumimoji="1" lang="en" altLang="zh-CN" b="1" dirty="0">
              <a:solidFill>
                <a:srgbClr val="7030A0"/>
              </a:solidFill>
            </a:endParaRPr>
          </a:p>
          <a:p>
            <a:r>
              <a:rPr kumimoji="1" lang="en" altLang="zh-CN" dirty="0">
                <a:solidFill>
                  <a:srgbClr val="7030A0"/>
                </a:solidFill>
              </a:rPr>
              <a:t> </a:t>
            </a:r>
            <a:r>
              <a:rPr kumimoji="1" lang="en" altLang="zh-CN" b="1" dirty="0">
                <a:solidFill>
                  <a:srgbClr val="7030A0"/>
                </a:solidFill>
              </a:rPr>
              <a:t>add %</a:t>
            </a:r>
            <a:r>
              <a:rPr kumimoji="1" lang="en" altLang="zh-CN" b="1" dirty="0" err="1">
                <a:solidFill>
                  <a:srgbClr val="7030A0"/>
                </a:solidFill>
              </a:rPr>
              <a:t>edx</a:t>
            </a:r>
            <a:r>
              <a:rPr kumimoji="1" lang="en" altLang="zh-CN" b="1" dirty="0">
                <a:solidFill>
                  <a:srgbClr val="7030A0"/>
                </a:solidFill>
              </a:rPr>
              <a:t>, %</a:t>
            </a:r>
            <a:r>
              <a:rPr kumimoji="1" lang="en" altLang="zh-CN" b="1" dirty="0" err="1">
                <a:solidFill>
                  <a:srgbClr val="7030A0"/>
                </a:solidFill>
              </a:rPr>
              <a:t>eax</a:t>
            </a:r>
            <a:endParaRPr kumimoji="1" lang="en" altLang="zh-CN" b="1" dirty="0">
              <a:solidFill>
                <a:srgbClr val="7030A0"/>
              </a:solidFill>
            </a:endParaRP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shl</a:t>
            </a:r>
            <a:r>
              <a:rPr kumimoji="1" lang="en" altLang="zh-CN" dirty="0"/>
              <a:t> $0x1, %</a:t>
            </a:r>
            <a:r>
              <a:rPr kumimoji="1" lang="en" altLang="zh-CN" dirty="0" err="1"/>
              <a:t>eax</a:t>
            </a:r>
            <a:endParaRPr kumimoji="1" lang="en" altLang="zh-CN" dirty="0"/>
          </a:p>
          <a:p>
            <a:r>
              <a:rPr kumimoji="1" lang="en" altLang="zh-CN" dirty="0" err="1"/>
              <a:t>cmp</a:t>
            </a:r>
            <a:r>
              <a:rPr kumimoji="1" lang="en" altLang="zh-CN" dirty="0"/>
              <a:t> %</a:t>
            </a:r>
            <a:r>
              <a:rPr kumimoji="1" lang="en" altLang="zh-CN" dirty="0" err="1"/>
              <a:t>eax</a:t>
            </a:r>
            <a:r>
              <a:rPr kumimoji="1" lang="en" altLang="zh-CN" dirty="0"/>
              <a:t>, 0x50(%</a:t>
            </a:r>
            <a:r>
              <a:rPr kumimoji="1" lang="en" altLang="zh-CN" dirty="0" err="1"/>
              <a:t>rbx</a:t>
            </a:r>
            <a:r>
              <a:rPr kumimoji="1" lang="en" altLang="zh-CN" dirty="0"/>
              <a:t>)</a:t>
            </a:r>
          </a:p>
          <a:p>
            <a:r>
              <a:rPr kumimoji="1" lang="en" altLang="zh-CN" dirty="0" err="1"/>
              <a:t>jne</a:t>
            </a:r>
            <a:r>
              <a:rPr kumimoji="1" lang="en" altLang="zh-CN" dirty="0"/>
              <a:t> </a:t>
            </a:r>
            <a:r>
              <a:rPr kumimoji="1" lang="en" altLang="zh-CN" dirty="0" err="1"/>
              <a:t>xxxxxxxxxx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8A6986-3C6E-7348-901D-EF3F8E9BA477}"/>
              </a:ext>
            </a:extLst>
          </p:cNvPr>
          <p:cNvSpPr txBox="1"/>
          <p:nvPr/>
        </p:nvSpPr>
        <p:spPr>
          <a:xfrm>
            <a:off x="454743" y="5149929"/>
            <a:ext cx="4082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>
                <a:solidFill>
                  <a:srgbClr val="0432FF"/>
                </a:solidFill>
              </a:rPr>
              <a:t>Final Symbolic Execution States</a:t>
            </a:r>
          </a:p>
          <a:p>
            <a:r>
              <a:rPr kumimoji="1" lang="en-US" altLang="zh-CN" sz="2400">
                <a:solidFill>
                  <a:srgbClr val="0432FF"/>
                </a:solidFill>
              </a:rPr>
              <a:t>R2 = (((R1 * 4) + R1) * 2) 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 R2 = </a:t>
            </a:r>
            <a:r>
              <a:rPr kumimoji="1" lang="en-US" altLang="zh-CN" sz="2400" b="1">
                <a:solidFill>
                  <a:srgbClr val="C00000"/>
                </a:solidFill>
                <a:sym typeface="Wingdings" pitchFamily="2" charset="2"/>
              </a:rPr>
              <a:t>10</a:t>
            </a:r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 * R1</a:t>
            </a:r>
            <a:endParaRPr kumimoji="1" lang="zh-CN" altLang="en-US" sz="2400">
              <a:solidFill>
                <a:srgbClr val="0432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5CE557-3F6F-CE44-94E7-D339D383E674}"/>
              </a:ext>
            </a:extLst>
          </p:cNvPr>
          <p:cNvSpPr txBox="1"/>
          <p:nvPr/>
        </p:nvSpPr>
        <p:spPr>
          <a:xfrm>
            <a:off x="4599041" y="1038989"/>
            <a:ext cx="4414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/>
              <a:t>1st symbolic execution</a:t>
            </a:r>
            <a:endParaRPr kumimoji="1" lang="en-US" altLang="zh-CN"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3B1BEC-6943-E743-B366-39E11406AC7C}"/>
              </a:ext>
            </a:extLst>
          </p:cNvPr>
          <p:cNvSpPr txBox="1"/>
          <p:nvPr/>
        </p:nvSpPr>
        <p:spPr>
          <a:xfrm>
            <a:off x="329381" y="38913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/>
              <a:t>basic block (SESO)</a:t>
            </a:r>
            <a:endParaRPr kumimoji="1" lang="zh-CN" altLang="en-US" sz="2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D09EE7-4C0A-1C4C-AC9B-BD05386D58B9}"/>
              </a:ext>
            </a:extLst>
          </p:cNvPr>
          <p:cNvSpPr/>
          <p:nvPr/>
        </p:nvSpPr>
        <p:spPr>
          <a:xfrm>
            <a:off x="329382" y="511277"/>
            <a:ext cx="3800167" cy="2917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3EF78E7-8B1F-8040-A28C-89B3D27AC304}"/>
              </a:ext>
            </a:extLst>
          </p:cNvPr>
          <p:cNvCxnSpPr/>
          <p:nvPr/>
        </p:nvCxnSpPr>
        <p:spPr>
          <a:xfrm flipH="1">
            <a:off x="3340511" y="3254477"/>
            <a:ext cx="1474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D2902DA-B9C4-6346-B1DF-234992438E0C}"/>
              </a:ext>
            </a:extLst>
          </p:cNvPr>
          <p:cNvSpPr txBox="1"/>
          <p:nvPr/>
        </p:nvSpPr>
        <p:spPr>
          <a:xfrm>
            <a:off x="4805139" y="3001162"/>
            <a:ext cx="2906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/>
              <a:t>Final </a:t>
            </a:r>
            <a:r>
              <a:rPr kumimoji="1" lang="en-US" altLang="zh-CN" sz="2400" i="1"/>
              <a:t>seed </a:t>
            </a:r>
            <a:r>
              <a:rPr kumimoji="1" lang="en-US" altLang="zh-CN" sz="2400"/>
              <a:t>instructions</a:t>
            </a:r>
            <a:endParaRPr kumimoji="1" lang="zh-CN" altLang="en-US" sz="2400" i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08C5A3-80CC-E647-ADBD-2251B6461EB4}"/>
              </a:ext>
            </a:extLst>
          </p:cNvPr>
          <p:cNvSpPr/>
          <p:nvPr/>
        </p:nvSpPr>
        <p:spPr>
          <a:xfrm>
            <a:off x="39333" y="2034743"/>
            <a:ext cx="3696927" cy="1866623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9F5D38-14D2-FC4E-9C45-D1EE316D33C3}"/>
              </a:ext>
            </a:extLst>
          </p:cNvPr>
          <p:cNvSpPr txBox="1"/>
          <p:nvPr/>
        </p:nvSpPr>
        <p:spPr>
          <a:xfrm>
            <a:off x="4805139" y="18836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/>
              <a:t>* 10</a:t>
            </a:r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9589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4B77E-F38C-6A4D-B311-FA1278F2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2" y="611997"/>
            <a:ext cx="4596580" cy="435133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kumimoji="1" lang="en" altLang="zh-CN"/>
              <a:t>mov $0x8, 0x170(%rbx)</a:t>
            </a:r>
          </a:p>
          <a:p>
            <a:r>
              <a:rPr kumimoji="1" lang="en" altLang="zh-CN"/>
              <a:t> add $0x1, %ebx</a:t>
            </a:r>
          </a:p>
          <a:p>
            <a:r>
              <a:rPr kumimoji="1" lang="en" altLang="zh-CN"/>
              <a:t> shl $0x2, %ebx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mov %edx, %eax 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shl $0x2, %eax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add %edx, %eax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shl $0x1, %eax</a:t>
            </a:r>
          </a:p>
          <a:p>
            <a:r>
              <a:rPr kumimoji="1" lang="en" altLang="zh-CN"/>
              <a:t>cmp %eax, 0x50(%rbx)</a:t>
            </a:r>
          </a:p>
          <a:p>
            <a:r>
              <a:rPr kumimoji="1" lang="en" altLang="zh-CN"/>
              <a:t>jne xxxxxxxxxx</a:t>
            </a:r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8A6986-3C6E-7348-901D-EF3F8E9BA477}"/>
              </a:ext>
            </a:extLst>
          </p:cNvPr>
          <p:cNvSpPr txBox="1"/>
          <p:nvPr/>
        </p:nvSpPr>
        <p:spPr>
          <a:xfrm>
            <a:off x="454743" y="5149929"/>
            <a:ext cx="4082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>
                <a:solidFill>
                  <a:srgbClr val="0432FF"/>
                </a:solidFill>
              </a:rPr>
              <a:t>Final Symbolic Execution States</a:t>
            </a:r>
          </a:p>
          <a:p>
            <a:r>
              <a:rPr kumimoji="1" lang="en-US" altLang="zh-CN" sz="2400">
                <a:solidFill>
                  <a:srgbClr val="0432FF"/>
                </a:solidFill>
              </a:rPr>
              <a:t>R2 = (((R1 * 4) + R1) * 2) 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 R2 = </a:t>
            </a:r>
            <a:r>
              <a:rPr kumimoji="1" lang="en-US" altLang="zh-CN" sz="2400" b="1">
                <a:solidFill>
                  <a:srgbClr val="C00000"/>
                </a:solidFill>
                <a:sym typeface="Wingdings" pitchFamily="2" charset="2"/>
              </a:rPr>
              <a:t>10</a:t>
            </a:r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 * R1</a:t>
            </a:r>
            <a:endParaRPr kumimoji="1" lang="zh-CN" altLang="en-US" sz="2400">
              <a:solidFill>
                <a:srgbClr val="0432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410793-1D0D-0F46-B698-4E7DE790D428}"/>
              </a:ext>
            </a:extLst>
          </p:cNvPr>
          <p:cNvSpPr txBox="1"/>
          <p:nvPr/>
        </p:nvSpPr>
        <p:spPr>
          <a:xfrm>
            <a:off x="4780937" y="1097983"/>
            <a:ext cx="4414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/>
              <a:t>Shrink the upper bound</a:t>
            </a:r>
            <a:endParaRPr kumimoji="1" lang="en-US" altLang="zh-CN" sz="2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56A0EF-AC6A-FC45-9F80-0F1F55BCA77A}"/>
              </a:ext>
            </a:extLst>
          </p:cNvPr>
          <p:cNvSpPr/>
          <p:nvPr/>
        </p:nvSpPr>
        <p:spPr>
          <a:xfrm>
            <a:off x="329382" y="2025445"/>
            <a:ext cx="3800167" cy="14035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F7E36-C64C-CA4B-9604-5D0FEDBC145F}"/>
              </a:ext>
            </a:extLst>
          </p:cNvPr>
          <p:cNvSpPr/>
          <p:nvPr/>
        </p:nvSpPr>
        <p:spPr>
          <a:xfrm>
            <a:off x="39333" y="2034743"/>
            <a:ext cx="3696927" cy="1866623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078003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4B77E-F38C-6A4D-B311-FA1278F2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03" y="62753"/>
            <a:ext cx="4596580" cy="435133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r>
              <a:rPr kumimoji="1" lang="en" altLang="zh-CN"/>
              <a:t>mov $0x8, 0x170(%rbx)</a:t>
            </a:r>
          </a:p>
          <a:p>
            <a:r>
              <a:rPr kumimoji="1" lang="en" altLang="zh-CN"/>
              <a:t> add $0x1, %ebx</a:t>
            </a:r>
          </a:p>
          <a:p>
            <a:r>
              <a:rPr kumimoji="1" lang="en" altLang="zh-CN"/>
              <a:t> shl $0x2, %ebx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mov %edx, %eax 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shl $0x2, %eax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add %edx, %eax</a:t>
            </a:r>
          </a:p>
          <a:p>
            <a:r>
              <a:rPr kumimoji="1" lang="en" altLang="zh-CN">
                <a:solidFill>
                  <a:srgbClr val="0432FF"/>
                </a:solidFill>
              </a:rPr>
              <a:t> shl $0x1, %eax</a:t>
            </a:r>
          </a:p>
          <a:p>
            <a:r>
              <a:rPr kumimoji="1" lang="en" altLang="zh-CN"/>
              <a:t>cmp %eax, 0x50(%rbx)</a:t>
            </a:r>
          </a:p>
          <a:p>
            <a:r>
              <a:rPr kumimoji="1" lang="en" altLang="zh-CN"/>
              <a:t>jne xxxxxxxxxx</a:t>
            </a:r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8A6986-3C6E-7348-901D-EF3F8E9BA477}"/>
              </a:ext>
            </a:extLst>
          </p:cNvPr>
          <p:cNvSpPr txBox="1"/>
          <p:nvPr/>
        </p:nvSpPr>
        <p:spPr>
          <a:xfrm>
            <a:off x="302588" y="4297955"/>
            <a:ext cx="52872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solidFill>
                  <a:srgbClr val="0432FF"/>
                </a:solidFill>
              </a:rPr>
              <a:t>Final Symbolic Execution States</a:t>
            </a:r>
          </a:p>
          <a:p>
            <a:r>
              <a:rPr kumimoji="1" lang="en-US" altLang="zh-CN" sz="2400">
                <a:solidFill>
                  <a:srgbClr val="0432FF"/>
                </a:solidFill>
              </a:rPr>
              <a:t>R2 = (((R1 * 4) + R1) * 2) </a:t>
            </a:r>
          </a:p>
          <a:p>
            <a:pPr marL="380990" indent="-380990">
              <a:buFont typeface="Wingdings" pitchFamily="2" charset="2"/>
              <a:buChar char="à"/>
            </a:pPr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R2 = </a:t>
            </a:r>
            <a:r>
              <a:rPr kumimoji="1" lang="en-US" altLang="zh-CN" sz="2400" b="1" u="sng">
                <a:solidFill>
                  <a:srgbClr val="C00000"/>
                </a:solidFill>
                <a:sym typeface="Wingdings" pitchFamily="2" charset="2"/>
              </a:rPr>
              <a:t>10</a:t>
            </a:r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 * R1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R2 = </a:t>
            </a:r>
            <a:r>
              <a:rPr kumimoji="1" lang="en-US" altLang="zh-CN" sz="2400" u="sng">
                <a:solidFill>
                  <a:srgbClr val="C00000"/>
                </a:solidFill>
                <a:sym typeface="Wingdings" pitchFamily="2" charset="2"/>
              </a:rPr>
              <a:t>x</a:t>
            </a:r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* R1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void set(int source_v) {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R2 = linear_transform(source_v) * R1;</a:t>
            </a:r>
          </a:p>
          <a:p>
            <a:r>
              <a:rPr kumimoji="1" lang="en-US" altLang="zh-CN" sz="2400">
                <a:solidFill>
                  <a:srgbClr val="0432FF"/>
                </a:solidFill>
                <a:sym typeface="Wingdings" pitchFamily="2" charset="2"/>
              </a:rPr>
              <a:t>}</a:t>
            </a:r>
            <a:endParaRPr kumimoji="1" lang="zh-CN" altLang="en-US" sz="2400">
              <a:solidFill>
                <a:srgbClr val="0432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410793-1D0D-0F46-B698-4E7DE790D428}"/>
              </a:ext>
            </a:extLst>
          </p:cNvPr>
          <p:cNvSpPr txBox="1"/>
          <p:nvPr/>
        </p:nvSpPr>
        <p:spPr>
          <a:xfrm>
            <a:off x="4835258" y="548739"/>
            <a:ext cx="4414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/>
              <a:t>Extend  the lower bound</a:t>
            </a:r>
            <a:endParaRPr kumimoji="1" lang="en-US" altLang="zh-CN" sz="2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56A0EF-AC6A-FC45-9F80-0F1F55BCA77A}"/>
              </a:ext>
            </a:extLst>
          </p:cNvPr>
          <p:cNvSpPr/>
          <p:nvPr/>
        </p:nvSpPr>
        <p:spPr>
          <a:xfrm>
            <a:off x="383703" y="1476201"/>
            <a:ext cx="3800167" cy="1875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11F43-5C9E-464A-A49D-FED122991C2B}"/>
              </a:ext>
            </a:extLst>
          </p:cNvPr>
          <p:cNvSpPr/>
          <p:nvPr/>
        </p:nvSpPr>
        <p:spPr>
          <a:xfrm>
            <a:off x="93654" y="1485499"/>
            <a:ext cx="3696927" cy="1866623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BDE43-96B5-E343-A66D-1BFA5C8BC15A}"/>
              </a:ext>
            </a:extLst>
          </p:cNvPr>
          <p:cNvSpPr txBox="1"/>
          <p:nvPr/>
        </p:nvSpPr>
        <p:spPr>
          <a:xfrm>
            <a:off x="5186758" y="1130827"/>
            <a:ext cx="3175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xkernel bpf</a:t>
            </a:r>
          </a:p>
          <a:p>
            <a:endParaRPr kumimoji="1" lang="en-US" altLang="zh-CN" sz="2400"/>
          </a:p>
          <a:p>
            <a:r>
              <a:rPr kumimoji="1" lang="en-US" altLang="zh-CN" sz="2400"/>
              <a:t>to support ctx-&gt;set(x);</a:t>
            </a:r>
            <a:endParaRPr kumimoji="1" lang="zh-CN" altLang="en-US" sz="2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ACC838-3D65-C84E-B16D-06C585B95799}"/>
              </a:ext>
            </a:extLst>
          </p:cNvPr>
          <p:cNvSpPr txBox="1"/>
          <p:nvPr/>
        </p:nvSpPr>
        <p:spPr>
          <a:xfrm>
            <a:off x="4907771" y="2811345"/>
            <a:ext cx="4414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C1: const folding (1+</a:t>
            </a:r>
            <a:r>
              <a:rPr kumimoji="1" lang="en-US" altLang="zh-CN" sz="2400" b="1"/>
              <a:t>V</a:t>
            </a:r>
            <a:r>
              <a:rPr kumimoji="1" lang="en-US" altLang="zh-CN" sz="2400"/>
              <a:t>)*5=20,</a:t>
            </a:r>
          </a:p>
          <a:p>
            <a:r>
              <a:rPr kumimoji="1" lang="en-US" altLang="zh-CN" sz="2400"/>
              <a:t>C2: strength reduction imul 10</a:t>
            </a:r>
            <a:endParaRPr kumimoji="1" lang="zh-CN" altLang="en-US" sz="2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87FFBF-7D6B-344C-95B3-BED5158CF052}"/>
              </a:ext>
            </a:extLst>
          </p:cNvPr>
          <p:cNvSpPr txBox="1"/>
          <p:nvPr/>
        </p:nvSpPr>
        <p:spPr>
          <a:xfrm>
            <a:off x="5186758" y="3673121"/>
            <a:ext cx="31954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/>
              <a:t>source:a*V+b</a:t>
            </a:r>
          </a:p>
          <a:p>
            <a:r>
              <a:rPr kumimoji="1" lang="en-US" altLang="zh-CN" sz="2400"/>
              <a:t>instruciton: IV</a:t>
            </a:r>
          </a:p>
          <a:p>
            <a:endParaRPr kumimoji="1" lang="en-US" altLang="zh-CN" sz="2400"/>
          </a:p>
          <a:p>
            <a:r>
              <a:rPr kumimoji="1" lang="en-US" altLang="zh-CN" sz="2400"/>
              <a:t>x, IX</a:t>
            </a:r>
          </a:p>
          <a:p>
            <a:endParaRPr kumimoji="1" lang="en-US" altLang="zh-CN" sz="2400"/>
          </a:p>
          <a:p>
            <a:r>
              <a:rPr kumimoji="1" lang="en-US" altLang="zh-CN" sz="2400"/>
              <a:t>(v,IV) (v’,IV’) (v’’,IV’’)</a:t>
            </a:r>
          </a:p>
          <a:p>
            <a:r>
              <a:rPr kumimoji="1" lang="en-US" altLang="zh-CN" sz="2400"/>
              <a:t>(x&lt; 8)  -</a:t>
            </a:r>
            <a:r>
              <a:rPr kumimoji="1" lang="en-US" altLang="zh-CN" sz="2400">
                <a:sym typeface="Wingdings" pitchFamily="2" charset="2"/>
              </a:rPr>
              <a:t> cmp 0x7,</a:t>
            </a:r>
          </a:p>
          <a:p>
            <a:r>
              <a:rPr kumimoji="1" lang="en-US" altLang="zh-CN" sz="2400">
                <a:sym typeface="Wingdings" pitchFamily="2" charset="2"/>
              </a:rPr>
              <a:t>(x&lt;9)  cmp 0x8,</a:t>
            </a:r>
          </a:p>
          <a:p>
            <a:r>
              <a:rPr kumimoji="1" lang="en-US" altLang="zh-CN" sz="2400">
                <a:sym typeface="Wingdings" pitchFamily="2" charset="2"/>
              </a:rPr>
              <a:t>(x&lt;10)  cmp 0x9, </a:t>
            </a:r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600479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D1B33BD-EEB1-0FD3-21AB-F1776F2A7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59" t="-61"/>
          <a:stretch>
            <a:fillRect/>
          </a:stretch>
        </p:blipFill>
        <p:spPr>
          <a:xfrm>
            <a:off x="3600677" y="1666337"/>
            <a:ext cx="3208215" cy="3523200"/>
          </a:xfrm>
          <a:prstGeom prst="rect">
            <a:avLst/>
          </a:prstGeom>
        </p:spPr>
      </p:pic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76C030F2-E8D5-CA54-F443-C2835E95FC3F}"/>
              </a:ext>
            </a:extLst>
          </p:cNvPr>
          <p:cNvCxnSpPr>
            <a:cxnSpLocks/>
            <a:stCxn id="89" idx="1"/>
          </p:cNvCxnSpPr>
          <p:nvPr/>
        </p:nvCxnSpPr>
        <p:spPr>
          <a:xfrm rot="10800000" flipH="1">
            <a:off x="3733196" y="4497242"/>
            <a:ext cx="42001" cy="1733666"/>
          </a:xfrm>
          <a:prstGeom prst="bentConnector4">
            <a:avLst>
              <a:gd name="adj1" fmla="val -354961"/>
              <a:gd name="adj2" fmla="val 99094"/>
            </a:avLst>
          </a:prstGeom>
          <a:ln w="31750">
            <a:solidFill>
              <a:srgbClr val="0096FF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9D2CB5C7-282A-10C2-3280-64B91A57B5AD}"/>
              </a:ext>
            </a:extLst>
          </p:cNvPr>
          <p:cNvSpPr/>
          <p:nvPr/>
        </p:nvSpPr>
        <p:spPr>
          <a:xfrm>
            <a:off x="3650659" y="6064542"/>
            <a:ext cx="342960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cument 32">
            <a:extLst>
              <a:ext uri="{FF2B5EF4-FFF2-40B4-BE49-F238E27FC236}">
                <a16:creationId xmlns:a16="http://schemas.microsoft.com/office/drawing/2014/main" id="{1941CA70-6D1C-A7E1-EB5A-FDA3BB3C4A81}"/>
              </a:ext>
            </a:extLst>
          </p:cNvPr>
          <p:cNvSpPr/>
          <p:nvPr/>
        </p:nvSpPr>
        <p:spPr>
          <a:xfrm>
            <a:off x="1831142" y="1668463"/>
            <a:ext cx="1660530" cy="1760538"/>
          </a:xfrm>
          <a:prstGeom prst="flowChartDocument">
            <a:avLst/>
          </a:prstGeom>
          <a:solidFill>
            <a:schemeClr val="bg1">
              <a:lumMod val="95000"/>
              <a:alpha val="4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E7CDBFF-A1A1-8E4F-4BC5-489CAA9340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0257210"/>
                  </p:ext>
                </p:extLst>
              </p:nvPr>
            </p:nvGraphicFramePr>
            <p:xfrm>
              <a:off x="5957052" y="2837701"/>
              <a:ext cx="4763957" cy="15605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5319">
                      <a:extLst>
                        <a:ext uri="{9D8B030D-6E8A-4147-A177-3AD203B41FA5}">
                          <a16:colId xmlns:a16="http://schemas.microsoft.com/office/drawing/2014/main" val="1070371724"/>
                        </a:ext>
                      </a:extLst>
                    </a:gridCol>
                    <a:gridCol w="2528638">
                      <a:extLst>
                        <a:ext uri="{9D8B030D-6E8A-4147-A177-3AD203B41FA5}">
                          <a16:colId xmlns:a16="http://schemas.microsoft.com/office/drawing/2014/main" val="1664731795"/>
                        </a:ext>
                      </a:extLst>
                    </a:gridCol>
                  </a:tblGrid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edx</a:t>
                          </a:r>
                          <a:endParaRPr lang="en-US" sz="1800" dirty="0">
                            <a:latin typeface="Menlo" panose="020B0609030804020204" pitchFamily="49" charset="0"/>
                            <a:ea typeface="Menlo" panose="020B0609030804020204" pitchFamily="49" charset="0"/>
                            <a:cs typeface="Menlo" panose="020B0609030804020204" pitchFamily="49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07805873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* 4</a:t>
                          </a: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5741607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+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edx</a:t>
                          </a:r>
                          <a:endParaRPr lang="en-US" sz="1800" dirty="0">
                            <a:latin typeface="Menlo" panose="020B0609030804020204" pitchFamily="49" charset="0"/>
                            <a:ea typeface="Menlo" panose="020B0609030804020204" pitchFamily="49" charset="0"/>
                            <a:cs typeface="Menlo" panose="020B0609030804020204" pitchFamily="49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42030026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* 2</a:t>
                          </a: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2=10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493408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E7CDBFF-A1A1-8E4F-4BC5-489CAA9340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0257210"/>
                  </p:ext>
                </p:extLst>
              </p:nvPr>
            </p:nvGraphicFramePr>
            <p:xfrm>
              <a:off x="5957052" y="2837701"/>
              <a:ext cx="4763957" cy="15605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5319">
                      <a:extLst>
                        <a:ext uri="{9D8B030D-6E8A-4147-A177-3AD203B41FA5}">
                          <a16:colId xmlns:a16="http://schemas.microsoft.com/office/drawing/2014/main" val="1070371724"/>
                        </a:ext>
                      </a:extLst>
                    </a:gridCol>
                    <a:gridCol w="2528638">
                      <a:extLst>
                        <a:ext uri="{9D8B030D-6E8A-4147-A177-3AD203B41FA5}">
                          <a16:colId xmlns:a16="http://schemas.microsoft.com/office/drawing/2014/main" val="1664731795"/>
                        </a:ext>
                      </a:extLst>
                    </a:gridCol>
                  </a:tblGrid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4688" r="-113351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4688" r="-241" b="-3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805873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103077" r="-113351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103077" r="-241" b="-22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741607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206250" r="-113351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206250" r="-241" b="-1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2030026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306250" r="-113351" b="-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306250" r="-241" b="-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93408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0ADE49B-6781-DD2B-231A-08879A0F7DE0}"/>
              </a:ext>
            </a:extLst>
          </p:cNvPr>
          <p:cNvSpPr txBox="1"/>
          <p:nvPr/>
        </p:nvSpPr>
        <p:spPr>
          <a:xfrm>
            <a:off x="5955274" y="2475147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Symbolic State 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F55AB2-32FF-F1E1-F6C1-49F800043D96}"/>
              </a:ext>
            </a:extLst>
          </p:cNvPr>
          <p:cNvSpPr txBox="1"/>
          <p:nvPr/>
        </p:nvSpPr>
        <p:spPr>
          <a:xfrm>
            <a:off x="8429378" y="2471412"/>
            <a:ext cx="21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Resulting Expression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64E9D7-4F8D-A9DA-960D-9FCFE1DA946E}"/>
              </a:ext>
            </a:extLst>
          </p:cNvPr>
          <p:cNvSpPr txBox="1"/>
          <p:nvPr/>
        </p:nvSpPr>
        <p:spPr>
          <a:xfrm>
            <a:off x="1871632" y="1709821"/>
            <a:ext cx="1779027" cy="166199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en-US" sz="1700" dirty="0">
                <a:solidFill>
                  <a:srgbClr val="CF212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#define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endParaRPr lang="en-US" sz="1700" dirty="0">
              <a:solidFill>
                <a:srgbClr val="33333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1700" b="0" i="0" u="none" strike="noStrike" dirty="0">
              <a:solidFill>
                <a:srgbClr val="333333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sz="1700" b="0" i="0" u="none" strike="noStrike" dirty="0">
                <a:solidFill>
                  <a:srgbClr val="004DAD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V*</a:t>
            </a:r>
            <a:r>
              <a:rPr lang="en-US" sz="17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C092B-6AB8-FDC1-11A4-9BD27C7F9935}"/>
              </a:ext>
            </a:extLst>
          </p:cNvPr>
          <p:cNvSpPr txBox="1"/>
          <p:nvPr/>
        </p:nvSpPr>
        <p:spPr>
          <a:xfrm>
            <a:off x="2202099" y="1358559"/>
            <a:ext cx="901209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Source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78B2C-F649-4CC5-21E4-9A7BB144E5B7}"/>
              </a:ext>
            </a:extLst>
          </p:cNvPr>
          <p:cNvSpPr txBox="1"/>
          <p:nvPr/>
        </p:nvSpPr>
        <p:spPr>
          <a:xfrm>
            <a:off x="4294168" y="1358559"/>
            <a:ext cx="843116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Binary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75795D-4FF6-8F4D-E51E-A7253C565D3D}"/>
              </a:ext>
            </a:extLst>
          </p:cNvPr>
          <p:cNvSpPr>
            <a:spLocks noChangeAspect="1"/>
          </p:cNvSpPr>
          <p:nvPr/>
        </p:nvSpPr>
        <p:spPr>
          <a:xfrm>
            <a:off x="9012692" y="4469164"/>
            <a:ext cx="331522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A0BC90-0D45-7BAB-5CDC-2B0647BC34AC}"/>
              </a:ext>
            </a:extLst>
          </p:cNvPr>
          <p:cNvSpPr>
            <a:spLocks/>
          </p:cNvSpPr>
          <p:nvPr/>
        </p:nvSpPr>
        <p:spPr>
          <a:xfrm>
            <a:off x="9520681" y="4469164"/>
            <a:ext cx="493059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13D1F5-64A4-4624-3A87-7D0B011006B0}"/>
              </a:ext>
            </a:extLst>
          </p:cNvPr>
          <p:cNvSpPr>
            <a:spLocks/>
          </p:cNvSpPr>
          <p:nvPr/>
        </p:nvSpPr>
        <p:spPr>
          <a:xfrm>
            <a:off x="8204662" y="4469164"/>
            <a:ext cx="493059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C47663-1000-1D40-1DB4-19F601D0CA19}"/>
                  </a:ext>
                </a:extLst>
              </p:cNvPr>
              <p:cNvSpPr txBox="1"/>
              <p:nvPr/>
            </p:nvSpPr>
            <p:spPr>
              <a:xfrm>
                <a:off x="8160612" y="4408378"/>
                <a:ext cx="1915717" cy="423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</a:t>
                </a:r>
                <a:r>
                  <a:rPr lang="en-US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edx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C47663-1000-1D40-1DB4-19F601D0C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612" y="4408378"/>
                <a:ext cx="1915717" cy="423065"/>
              </a:xfrm>
              <a:prstGeom prst="rect">
                <a:avLst/>
              </a:prstGeom>
              <a:blipFill>
                <a:blip r:embed="rId4"/>
                <a:stretch>
                  <a:fillRect l="-286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A0D0595-A6C9-D8C5-9A62-555C09809FB0}"/>
              </a:ext>
            </a:extLst>
          </p:cNvPr>
          <p:cNvSpPr txBox="1"/>
          <p:nvPr/>
        </p:nvSpPr>
        <p:spPr>
          <a:xfrm>
            <a:off x="7423775" y="1358559"/>
            <a:ext cx="1694695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Symbolic State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2D3ACA-B757-E7B6-30E4-F03C650AE50B}"/>
              </a:ext>
            </a:extLst>
          </p:cNvPr>
          <p:cNvSpPr txBox="1"/>
          <p:nvPr/>
        </p:nvSpPr>
        <p:spPr>
          <a:xfrm>
            <a:off x="10036573" y="4434187"/>
            <a:ext cx="6973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[V=5]</a:t>
            </a:r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1A2413CC-14E5-48EB-4D7C-BED1C1A2FCAB}"/>
              </a:ext>
            </a:extLst>
          </p:cNvPr>
          <p:cNvCxnSpPr>
            <a:cxnSpLocks/>
          </p:cNvCxnSpPr>
          <p:nvPr/>
        </p:nvCxnSpPr>
        <p:spPr>
          <a:xfrm rot="5400000">
            <a:off x="9790895" y="4184103"/>
            <a:ext cx="27924" cy="1266756"/>
          </a:xfrm>
          <a:prstGeom prst="curvedConnector3">
            <a:avLst>
              <a:gd name="adj1" fmla="val 1108484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8B7238D-7B93-6F52-5E54-1E05D3591DD0}"/>
              </a:ext>
            </a:extLst>
          </p:cNvPr>
          <p:cNvCxnSpPr>
            <a:cxnSpLocks/>
          </p:cNvCxnSpPr>
          <p:nvPr/>
        </p:nvCxnSpPr>
        <p:spPr>
          <a:xfrm flipV="1">
            <a:off x="3517795" y="4412673"/>
            <a:ext cx="0" cy="1069472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A4891E1-3CA3-0024-3D20-F42F5ADC269E}"/>
              </a:ext>
            </a:extLst>
          </p:cNvPr>
          <p:cNvCxnSpPr>
            <a:cxnSpLocks/>
          </p:cNvCxnSpPr>
          <p:nvPr/>
        </p:nvCxnSpPr>
        <p:spPr>
          <a:xfrm flipV="1">
            <a:off x="5957052" y="4770783"/>
            <a:ext cx="0" cy="711362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585CCA0-F6FC-AC57-A4EE-F627970BC4D8}"/>
                  </a:ext>
                </a:extLst>
              </p:cNvPr>
              <p:cNvSpPr txBox="1"/>
              <p:nvPr/>
            </p:nvSpPr>
            <p:spPr>
              <a:xfrm>
                <a:off x="9237586" y="5052719"/>
                <a:ext cx="11345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m:t>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m:t>∗2+0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585CCA0-F6FC-AC57-A4EE-F627970B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586" y="5052719"/>
                <a:ext cx="1134541" cy="369332"/>
              </a:xfrm>
              <a:prstGeom prst="rect">
                <a:avLst/>
              </a:prstGeom>
              <a:blipFill>
                <a:blip r:embed="rId5"/>
                <a:stretch>
                  <a:fillRect t="-6667" r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A109CF-B68F-9AAE-F17A-776E5B98B378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937065" y="4831443"/>
            <a:ext cx="181406" cy="233257"/>
          </a:xfrm>
          <a:prstGeom prst="line">
            <a:avLst/>
          </a:prstGeom>
          <a:ln w="476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A0EA621-C5A3-EF8F-C919-5E71395A9A71}"/>
              </a:ext>
            </a:extLst>
          </p:cNvPr>
          <p:cNvSpPr txBox="1"/>
          <p:nvPr/>
        </p:nvSpPr>
        <p:spPr>
          <a:xfrm>
            <a:off x="8653215" y="4986890"/>
            <a:ext cx="71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F21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ADEF257-4F97-B532-0985-B15CC7BC69C2}"/>
              </a:ext>
            </a:extLst>
          </p:cNvPr>
          <p:cNvSpPr/>
          <p:nvPr/>
        </p:nvSpPr>
        <p:spPr>
          <a:xfrm>
            <a:off x="3518586" y="1656656"/>
            <a:ext cx="2420975" cy="3808740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19B07B0-7895-C5A6-58A2-F0FEB8AA920B}"/>
              </a:ext>
            </a:extLst>
          </p:cNvPr>
          <p:cNvCxnSpPr>
            <a:cxnSpLocks/>
          </p:cNvCxnSpPr>
          <p:nvPr/>
        </p:nvCxnSpPr>
        <p:spPr>
          <a:xfrm flipV="1">
            <a:off x="3517794" y="2850953"/>
            <a:ext cx="0" cy="551543"/>
          </a:xfrm>
          <a:prstGeom prst="straightConnector1">
            <a:avLst/>
          </a:prstGeom>
          <a:ln w="44450">
            <a:solidFill>
              <a:srgbClr val="0096FF"/>
            </a:solidFill>
            <a:headEnd w="lg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010CBF5-202E-FFF6-91A8-2A1C7FE1E4E9}"/>
              </a:ext>
            </a:extLst>
          </p:cNvPr>
          <p:cNvCxnSpPr>
            <a:cxnSpLocks/>
          </p:cNvCxnSpPr>
          <p:nvPr/>
        </p:nvCxnSpPr>
        <p:spPr>
          <a:xfrm>
            <a:off x="3517794" y="3819638"/>
            <a:ext cx="0" cy="548640"/>
          </a:xfrm>
          <a:prstGeom prst="straightConnector1">
            <a:avLst/>
          </a:prstGeom>
          <a:ln w="44450">
            <a:solidFill>
              <a:srgbClr val="0096FF"/>
            </a:solidFill>
            <a:headEnd w="lg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D90DE90-BD19-1BEF-14B7-C2DBC1D40047}"/>
              </a:ext>
            </a:extLst>
          </p:cNvPr>
          <p:cNvSpPr txBox="1"/>
          <p:nvPr/>
        </p:nvSpPr>
        <p:spPr>
          <a:xfrm>
            <a:off x="3249023" y="3419163"/>
            <a:ext cx="506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96FF"/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CS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C9B53DA-00EF-DB7E-4CBD-07872FAC1B42}"/>
              </a:ext>
            </a:extLst>
          </p:cNvPr>
          <p:cNvSpPr txBox="1"/>
          <p:nvPr/>
        </p:nvSpPr>
        <p:spPr>
          <a:xfrm>
            <a:off x="3733197" y="6092408"/>
            <a:ext cx="33470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V’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2 + 0) *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D4C7CE70-DDB8-1813-F394-64CFF174E4AC}"/>
              </a:ext>
            </a:extLst>
          </p:cNvPr>
          <p:cNvCxnSpPr>
            <a:cxnSpLocks/>
            <a:stCxn id="64" idx="2"/>
            <a:endCxn id="89" idx="3"/>
          </p:cNvCxnSpPr>
          <p:nvPr/>
        </p:nvCxnSpPr>
        <p:spPr>
          <a:xfrm rot="5400000">
            <a:off x="8038134" y="4464184"/>
            <a:ext cx="808857" cy="2724590"/>
          </a:xfrm>
          <a:prstGeom prst="curvedConnector2">
            <a:avLst/>
          </a:prstGeom>
          <a:ln w="38100">
            <a:solidFill>
              <a:srgbClr val="00B050">
                <a:alpha val="75000"/>
              </a:srgb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4CF783E-63CB-266F-93FD-3993B64DFB5B}"/>
              </a:ext>
            </a:extLst>
          </p:cNvPr>
          <p:cNvCxnSpPr>
            <a:cxnSpLocks/>
          </p:cNvCxnSpPr>
          <p:nvPr/>
        </p:nvCxnSpPr>
        <p:spPr>
          <a:xfrm>
            <a:off x="3517794" y="5482145"/>
            <a:ext cx="2439258" cy="0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C7F211FC-658E-126A-F2B3-D187848EED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81800" y="5057329"/>
            <a:ext cx="1810596" cy="203833"/>
          </a:xfrm>
          <a:prstGeom prst="bentConnector3">
            <a:avLst>
              <a:gd name="adj1" fmla="val -503"/>
            </a:avLst>
          </a:prstGeom>
          <a:ln w="31750">
            <a:solidFill>
              <a:srgbClr val="0096FF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94C2F35A-A1A1-C17A-69F4-4425DC1DF726}"/>
              </a:ext>
            </a:extLst>
          </p:cNvPr>
          <p:cNvSpPr txBox="1"/>
          <p:nvPr/>
        </p:nvSpPr>
        <p:spPr>
          <a:xfrm>
            <a:off x="7555925" y="6169352"/>
            <a:ext cx="2829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2C57E"/>
                </a:solidFill>
              </a:rPr>
              <a:t>Synthesize SIE indirection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073709A-DF4D-266C-D08D-C01845EBCFAF}"/>
              </a:ext>
            </a:extLst>
          </p:cNvPr>
          <p:cNvSpPr txBox="1"/>
          <p:nvPr/>
        </p:nvSpPr>
        <p:spPr>
          <a:xfrm>
            <a:off x="4898411" y="5637928"/>
            <a:ext cx="1000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7A2FF"/>
                </a:solidFill>
              </a:rPr>
              <a:t>execute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6BEF0CF-CD73-EBFE-09A1-045A02E13964}"/>
              </a:ext>
            </a:extLst>
          </p:cNvPr>
          <p:cNvSpPr txBox="1"/>
          <p:nvPr/>
        </p:nvSpPr>
        <p:spPr>
          <a:xfrm>
            <a:off x="3577801" y="5630399"/>
            <a:ext cx="84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7A2FF"/>
                </a:solidFill>
              </a:rPr>
              <a:t>return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093C0F4-4B98-2ED7-C253-D90597FFC660}"/>
              </a:ext>
            </a:extLst>
          </p:cNvPr>
          <p:cNvCxnSpPr>
            <a:cxnSpLocks/>
          </p:cNvCxnSpPr>
          <p:nvPr/>
        </p:nvCxnSpPr>
        <p:spPr>
          <a:xfrm flipV="1">
            <a:off x="5957052" y="1961322"/>
            <a:ext cx="0" cy="929387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7F52A4FF-EA8F-7F75-3B09-3A0DB0C6E127}"/>
              </a:ext>
            </a:extLst>
          </p:cNvPr>
          <p:cNvCxnSpPr>
            <a:cxnSpLocks/>
          </p:cNvCxnSpPr>
          <p:nvPr/>
        </p:nvCxnSpPr>
        <p:spPr>
          <a:xfrm>
            <a:off x="3518139" y="4388595"/>
            <a:ext cx="7202870" cy="0"/>
          </a:xfrm>
          <a:prstGeom prst="line">
            <a:avLst/>
          </a:prstGeom>
          <a:ln w="38100">
            <a:solidFill>
              <a:srgbClr val="0432FF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B8BC70A-A010-C1F9-487D-4F8209A136A3}"/>
              </a:ext>
            </a:extLst>
          </p:cNvPr>
          <p:cNvCxnSpPr>
            <a:cxnSpLocks/>
          </p:cNvCxnSpPr>
          <p:nvPr/>
        </p:nvCxnSpPr>
        <p:spPr>
          <a:xfrm>
            <a:off x="3518139" y="2837896"/>
            <a:ext cx="7202870" cy="0"/>
          </a:xfrm>
          <a:prstGeom prst="line">
            <a:avLst/>
          </a:prstGeom>
          <a:ln w="38100">
            <a:solidFill>
              <a:srgbClr val="0432FF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5">
            <a:extLst>
              <a:ext uri="{FF2B5EF4-FFF2-40B4-BE49-F238E27FC236}">
                <a16:creationId xmlns:a16="http://schemas.microsoft.com/office/drawing/2014/main" id="{F69245FE-8804-2D1B-F3E0-C33570AFAA18}"/>
              </a:ext>
            </a:extLst>
          </p:cNvPr>
          <p:cNvSpPr/>
          <p:nvPr/>
        </p:nvSpPr>
        <p:spPr>
          <a:xfrm>
            <a:off x="3677955" y="3685033"/>
            <a:ext cx="2068295" cy="3010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590CD13C-EEDE-26DD-AE3E-993C1D8C85B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rot="10800000">
            <a:off x="2988001" y="3830230"/>
            <a:ext cx="689954" cy="531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B48980E-5367-3645-45B9-6E2668D8A211}"/>
              </a:ext>
            </a:extLst>
          </p:cNvPr>
          <p:cNvSpPr txBox="1"/>
          <p:nvPr/>
        </p:nvSpPr>
        <p:spPr>
          <a:xfrm>
            <a:off x="1859487" y="3522453"/>
            <a:ext cx="1128514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/>
              <a:t>Seed </a:t>
            </a:r>
          </a:p>
          <a:p>
            <a:pPr algn="ctr"/>
            <a:r>
              <a:rPr lang="en-US" sz="2000" dirty="0"/>
              <a:t>Instruction</a:t>
            </a:r>
          </a:p>
        </p:txBody>
      </p:sp>
    </p:spTree>
    <p:extLst>
      <p:ext uri="{BB962C8B-B14F-4D97-AF65-F5344CB8AC3E}">
        <p14:creationId xmlns:p14="http://schemas.microsoft.com/office/powerpoint/2010/main" val="745401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09C8C7-F631-B6BD-9ED8-542FD167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AF7896-C7E8-EDBE-D3C8-E14F53495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59"/>
          <a:stretch>
            <a:fillRect/>
          </a:stretch>
        </p:blipFill>
        <p:spPr>
          <a:xfrm>
            <a:off x="3600677" y="1668463"/>
            <a:ext cx="3208215" cy="3521074"/>
          </a:xfrm>
          <a:prstGeom prst="rect">
            <a:avLst/>
          </a:prstGeom>
        </p:spPr>
      </p:pic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A742F350-5070-B841-4256-5E9066BA1ECD}"/>
              </a:ext>
            </a:extLst>
          </p:cNvPr>
          <p:cNvCxnSpPr>
            <a:cxnSpLocks/>
            <a:stCxn id="89" idx="1"/>
          </p:cNvCxnSpPr>
          <p:nvPr/>
        </p:nvCxnSpPr>
        <p:spPr>
          <a:xfrm rot="10800000" flipH="1">
            <a:off x="3733196" y="4497242"/>
            <a:ext cx="42001" cy="1733666"/>
          </a:xfrm>
          <a:prstGeom prst="bentConnector4">
            <a:avLst>
              <a:gd name="adj1" fmla="val -354961"/>
              <a:gd name="adj2" fmla="val 99094"/>
            </a:avLst>
          </a:prstGeom>
          <a:ln w="31750">
            <a:solidFill>
              <a:srgbClr val="2D81FF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D650DDC3-E263-9F67-6C21-43F38290D4BD}"/>
              </a:ext>
            </a:extLst>
          </p:cNvPr>
          <p:cNvSpPr/>
          <p:nvPr/>
        </p:nvSpPr>
        <p:spPr>
          <a:xfrm>
            <a:off x="3650659" y="6064542"/>
            <a:ext cx="342960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A8B5BC2-D0B2-DB15-4374-433D9B237573}"/>
              </a:ext>
            </a:extLst>
          </p:cNvPr>
          <p:cNvCxnSpPr>
            <a:cxnSpLocks/>
          </p:cNvCxnSpPr>
          <p:nvPr/>
        </p:nvCxnSpPr>
        <p:spPr>
          <a:xfrm flipV="1">
            <a:off x="1830487" y="3338488"/>
            <a:ext cx="0" cy="2474961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ocument 32">
            <a:extLst>
              <a:ext uri="{FF2B5EF4-FFF2-40B4-BE49-F238E27FC236}">
                <a16:creationId xmlns:a16="http://schemas.microsoft.com/office/drawing/2014/main" id="{388DC484-3124-4466-0CC4-841BBD33CC9A}"/>
              </a:ext>
            </a:extLst>
          </p:cNvPr>
          <p:cNvSpPr/>
          <p:nvPr/>
        </p:nvSpPr>
        <p:spPr>
          <a:xfrm>
            <a:off x="1831142" y="1668463"/>
            <a:ext cx="1660530" cy="1760538"/>
          </a:xfrm>
          <a:prstGeom prst="flowChartDocument">
            <a:avLst/>
          </a:prstGeom>
          <a:solidFill>
            <a:schemeClr val="bg1">
              <a:lumMod val="95000"/>
              <a:alpha val="4784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55D22B-145B-D061-DE09-E1F108EEA106}"/>
              </a:ext>
            </a:extLst>
          </p:cNvPr>
          <p:cNvCxnSpPr>
            <a:cxnSpLocks/>
          </p:cNvCxnSpPr>
          <p:nvPr/>
        </p:nvCxnSpPr>
        <p:spPr>
          <a:xfrm>
            <a:off x="3518139" y="2877652"/>
            <a:ext cx="7202870" cy="0"/>
          </a:xfrm>
          <a:prstGeom prst="line">
            <a:avLst/>
          </a:prstGeom>
          <a:ln w="38100">
            <a:solidFill>
              <a:srgbClr val="0432FF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6E7606-E395-D600-EB43-0B4BC7AA8DAF}"/>
              </a:ext>
            </a:extLst>
          </p:cNvPr>
          <p:cNvCxnSpPr>
            <a:cxnSpLocks/>
          </p:cNvCxnSpPr>
          <p:nvPr/>
        </p:nvCxnSpPr>
        <p:spPr>
          <a:xfrm>
            <a:off x="3518139" y="4428351"/>
            <a:ext cx="7202870" cy="0"/>
          </a:xfrm>
          <a:prstGeom prst="line">
            <a:avLst/>
          </a:prstGeom>
          <a:ln w="38100">
            <a:solidFill>
              <a:srgbClr val="0432FF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DD5FA74-632C-9F8A-5ABB-1F79F9DDE0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57052" y="2877457"/>
              <a:ext cx="4763957" cy="15605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5319">
                      <a:extLst>
                        <a:ext uri="{9D8B030D-6E8A-4147-A177-3AD203B41FA5}">
                          <a16:colId xmlns:a16="http://schemas.microsoft.com/office/drawing/2014/main" val="1070371724"/>
                        </a:ext>
                      </a:extLst>
                    </a:gridCol>
                    <a:gridCol w="2528638">
                      <a:extLst>
                        <a:ext uri="{9D8B030D-6E8A-4147-A177-3AD203B41FA5}">
                          <a16:colId xmlns:a16="http://schemas.microsoft.com/office/drawing/2014/main" val="1664731795"/>
                        </a:ext>
                      </a:extLst>
                    </a:gridCol>
                  </a:tblGrid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edx</a:t>
                          </a:r>
                          <a:endParaRPr lang="en-US" sz="1800" dirty="0">
                            <a:latin typeface="Menlo" panose="020B0609030804020204" pitchFamily="49" charset="0"/>
                            <a:ea typeface="Menlo" panose="020B0609030804020204" pitchFamily="49" charset="0"/>
                            <a:cs typeface="Menlo" panose="020B0609030804020204" pitchFamily="49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07805873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* 4</a:t>
                          </a: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5741607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+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edx</a:t>
                          </a:r>
                          <a:endParaRPr lang="en-US" sz="1800" dirty="0">
                            <a:latin typeface="Menlo" panose="020B0609030804020204" pitchFamily="49" charset="0"/>
                            <a:ea typeface="Menlo" panose="020B0609030804020204" pitchFamily="49" charset="0"/>
                            <a:cs typeface="Menlo" panose="020B0609030804020204" pitchFamily="49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42030026"/>
                      </a:ext>
                    </a:extLst>
                  </a:tr>
                  <a:tr h="272726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 * 2</a:t>
                          </a: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Menlo" panose="020B0609030804020204" pitchFamily="49" charset="0"/>
                              <a:ea typeface="Menlo" panose="020B0609030804020204" pitchFamily="49" charset="0"/>
                              <a:cs typeface="Menlo" panose="020B0609030804020204" pitchFamily="49" charset="0"/>
                            </a:rPr>
                            <a:t>eax</a:t>
                          </a:r>
                          <a:r>
                            <a:rPr lang="en-US" sz="2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2=10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493408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DD5FA74-632C-9F8A-5ABB-1F79F9DDE0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57052" y="2877457"/>
              <a:ext cx="4763957" cy="15605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35319">
                      <a:extLst>
                        <a:ext uri="{9D8B030D-6E8A-4147-A177-3AD203B41FA5}">
                          <a16:colId xmlns:a16="http://schemas.microsoft.com/office/drawing/2014/main" val="1070371724"/>
                        </a:ext>
                      </a:extLst>
                    </a:gridCol>
                    <a:gridCol w="2528638">
                      <a:extLst>
                        <a:ext uri="{9D8B030D-6E8A-4147-A177-3AD203B41FA5}">
                          <a16:colId xmlns:a16="http://schemas.microsoft.com/office/drawing/2014/main" val="1664731795"/>
                        </a:ext>
                      </a:extLst>
                    </a:gridCol>
                  </a:tblGrid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12500" r="-113351" b="-3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12500" r="-241" b="-3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805873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110769" r="-113351" b="-22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110769" r="-241" b="-22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741607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214063" r="-11335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214063" r="-241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2030026"/>
                      </a:ext>
                    </a:extLst>
                  </a:tr>
                  <a:tr h="3901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2" t="-314063" r="-11335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0" marT="27432" marB="2743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675" t="-314063" r="-241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93408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195650E-93F4-A22E-1C36-ADD2EFD723C9}"/>
              </a:ext>
            </a:extLst>
          </p:cNvPr>
          <p:cNvSpPr txBox="1"/>
          <p:nvPr/>
        </p:nvSpPr>
        <p:spPr>
          <a:xfrm>
            <a:off x="5942022" y="2514903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Symbolic State 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973D14-2593-626F-3FE9-0F67D44689AA}"/>
              </a:ext>
            </a:extLst>
          </p:cNvPr>
          <p:cNvSpPr txBox="1"/>
          <p:nvPr/>
        </p:nvSpPr>
        <p:spPr>
          <a:xfrm>
            <a:off x="8429378" y="2511168"/>
            <a:ext cx="21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Resulting Expression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7F13A-848F-10CC-B87E-9FD3E73A9D33}"/>
              </a:ext>
            </a:extLst>
          </p:cNvPr>
          <p:cNvSpPr txBox="1"/>
          <p:nvPr/>
        </p:nvSpPr>
        <p:spPr>
          <a:xfrm>
            <a:off x="1871632" y="1709821"/>
            <a:ext cx="1779027" cy="1661993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r>
              <a:rPr lang="en-US" sz="1700" dirty="0">
                <a:solidFill>
                  <a:srgbClr val="CF212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#define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endParaRPr lang="en-US" sz="1700" dirty="0">
              <a:solidFill>
                <a:srgbClr val="33333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1700" b="0" i="0" u="none" strike="noStrike" dirty="0">
              <a:solidFill>
                <a:srgbClr val="333333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 = 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US" sz="1700" b="0" i="0" u="none" strike="noStrike" dirty="0">
                <a:solidFill>
                  <a:srgbClr val="004DAD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700" dirty="0">
                <a:solidFill>
                  <a:srgbClr val="004DA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V*</a:t>
            </a:r>
            <a:r>
              <a:rPr lang="en-US" sz="170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700" b="0" i="0" u="none" strike="noStrike" dirty="0">
                <a:solidFill>
                  <a:srgbClr val="333333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1A90D2-313C-C677-188D-EFD1F041BA30}"/>
              </a:ext>
            </a:extLst>
          </p:cNvPr>
          <p:cNvSpPr txBox="1"/>
          <p:nvPr/>
        </p:nvSpPr>
        <p:spPr>
          <a:xfrm>
            <a:off x="2202099" y="5426985"/>
            <a:ext cx="901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Source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AD7C8E-F375-02F9-5778-37B34E27A1CF}"/>
              </a:ext>
            </a:extLst>
          </p:cNvPr>
          <p:cNvSpPr txBox="1"/>
          <p:nvPr/>
        </p:nvSpPr>
        <p:spPr>
          <a:xfrm>
            <a:off x="4294168" y="5426985"/>
            <a:ext cx="843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Binary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9A9D2E-7593-5C67-A190-FE14B36A3FDC}"/>
              </a:ext>
            </a:extLst>
          </p:cNvPr>
          <p:cNvSpPr>
            <a:spLocks noChangeAspect="1"/>
          </p:cNvSpPr>
          <p:nvPr/>
        </p:nvSpPr>
        <p:spPr>
          <a:xfrm>
            <a:off x="9012692" y="4535424"/>
            <a:ext cx="331522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5D40C5-2B4F-2AC4-A050-4E8CC72ADD6C}"/>
              </a:ext>
            </a:extLst>
          </p:cNvPr>
          <p:cNvSpPr>
            <a:spLocks/>
          </p:cNvSpPr>
          <p:nvPr/>
        </p:nvSpPr>
        <p:spPr>
          <a:xfrm>
            <a:off x="9520681" y="4535424"/>
            <a:ext cx="493059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8CF0D0-30B9-D980-7099-14F3BE28474B}"/>
              </a:ext>
            </a:extLst>
          </p:cNvPr>
          <p:cNvSpPr>
            <a:spLocks/>
          </p:cNvSpPr>
          <p:nvPr/>
        </p:nvSpPr>
        <p:spPr>
          <a:xfrm>
            <a:off x="8204662" y="4535424"/>
            <a:ext cx="493059" cy="329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716DBA-E1E1-81DF-F55F-723FFC44C451}"/>
                  </a:ext>
                </a:extLst>
              </p:cNvPr>
              <p:cNvSpPr txBox="1"/>
              <p:nvPr/>
            </p:nvSpPr>
            <p:spPr>
              <a:xfrm>
                <a:off x="8160612" y="4474638"/>
                <a:ext cx="1915717" cy="423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</a:t>
                </a:r>
                <a:r>
                  <a:rPr lang="en-US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edx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716DBA-E1E1-81DF-F55F-723FFC44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612" y="4474638"/>
                <a:ext cx="1915717" cy="423065"/>
              </a:xfrm>
              <a:prstGeom prst="rect">
                <a:avLst/>
              </a:prstGeom>
              <a:blipFill>
                <a:blip r:embed="rId4"/>
                <a:stretch>
                  <a:fillRect l="-2866" b="-23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7017816-2DED-B33F-B417-483D068D10B9}"/>
              </a:ext>
            </a:extLst>
          </p:cNvPr>
          <p:cNvSpPr txBox="1"/>
          <p:nvPr/>
        </p:nvSpPr>
        <p:spPr>
          <a:xfrm>
            <a:off x="7423775" y="5426985"/>
            <a:ext cx="169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Symbolic State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5B1B1F-134D-0F6B-B3AB-AF800604145F}"/>
              </a:ext>
            </a:extLst>
          </p:cNvPr>
          <p:cNvSpPr txBox="1"/>
          <p:nvPr/>
        </p:nvSpPr>
        <p:spPr>
          <a:xfrm>
            <a:off x="10036573" y="4500447"/>
            <a:ext cx="6973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[V=5]</a:t>
            </a:r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E6DE0212-2C61-D06B-4B49-C08A6E617A54}"/>
              </a:ext>
            </a:extLst>
          </p:cNvPr>
          <p:cNvCxnSpPr>
            <a:cxnSpLocks/>
          </p:cNvCxnSpPr>
          <p:nvPr/>
        </p:nvCxnSpPr>
        <p:spPr>
          <a:xfrm rot="5400000">
            <a:off x="9790895" y="4250363"/>
            <a:ext cx="27924" cy="1266756"/>
          </a:xfrm>
          <a:prstGeom prst="curvedConnector3">
            <a:avLst>
              <a:gd name="adj1" fmla="val 1108484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8E13F4-4E25-BE31-0B1B-E946A0ED707F}"/>
              </a:ext>
            </a:extLst>
          </p:cNvPr>
          <p:cNvCxnSpPr>
            <a:cxnSpLocks/>
          </p:cNvCxnSpPr>
          <p:nvPr/>
        </p:nvCxnSpPr>
        <p:spPr>
          <a:xfrm flipV="1">
            <a:off x="3517795" y="2850953"/>
            <a:ext cx="0" cy="2963025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4568D5-B29C-D8E7-0C78-0C30416215EE}"/>
              </a:ext>
            </a:extLst>
          </p:cNvPr>
          <p:cNvCxnSpPr>
            <a:cxnSpLocks/>
          </p:cNvCxnSpPr>
          <p:nvPr/>
        </p:nvCxnSpPr>
        <p:spPr>
          <a:xfrm flipV="1">
            <a:off x="5957052" y="4744279"/>
            <a:ext cx="0" cy="1069699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54017B9-B31E-9CBB-EBCF-D5D0D33093F9}"/>
              </a:ext>
            </a:extLst>
          </p:cNvPr>
          <p:cNvCxnSpPr>
            <a:cxnSpLocks/>
          </p:cNvCxnSpPr>
          <p:nvPr/>
        </p:nvCxnSpPr>
        <p:spPr>
          <a:xfrm flipV="1">
            <a:off x="10721009" y="3339017"/>
            <a:ext cx="0" cy="2474961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2EDCAE-CC54-80E7-5C82-2E90DA13F1FB}"/>
                  </a:ext>
                </a:extLst>
              </p:cNvPr>
              <p:cNvSpPr txBox="1"/>
              <p:nvPr/>
            </p:nvSpPr>
            <p:spPr>
              <a:xfrm>
                <a:off x="9237586" y="5118979"/>
                <a:ext cx="11345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m:t>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m:t>∗2+0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2EDCAE-CC54-80E7-5C82-2E90DA13F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586" y="5118979"/>
                <a:ext cx="1134541" cy="369332"/>
              </a:xfrm>
              <a:prstGeom prst="rect">
                <a:avLst/>
              </a:prstGeom>
              <a:blipFill>
                <a:blip r:embed="rId5"/>
                <a:stretch>
                  <a:fillRect t="-10000" r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09EFB56-35B9-53C3-91E5-0B4D804E9B1C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937065" y="4897703"/>
            <a:ext cx="181406" cy="233257"/>
          </a:xfrm>
          <a:prstGeom prst="line">
            <a:avLst/>
          </a:prstGeom>
          <a:ln w="476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DF1FEFA-5042-8C1F-4736-DE8682F7C2A3}"/>
              </a:ext>
            </a:extLst>
          </p:cNvPr>
          <p:cNvSpPr txBox="1"/>
          <p:nvPr/>
        </p:nvSpPr>
        <p:spPr>
          <a:xfrm>
            <a:off x="8653215" y="5053150"/>
            <a:ext cx="71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F21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39FACEB-28BB-0CC5-A0B9-FD147C3E0CEE}"/>
              </a:ext>
            </a:extLst>
          </p:cNvPr>
          <p:cNvSpPr/>
          <p:nvPr/>
        </p:nvSpPr>
        <p:spPr>
          <a:xfrm>
            <a:off x="3491290" y="2848332"/>
            <a:ext cx="2452509" cy="1564341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37B5C4-9C28-0121-2EFA-C6EFE2556266}"/>
              </a:ext>
            </a:extLst>
          </p:cNvPr>
          <p:cNvSpPr txBox="1"/>
          <p:nvPr/>
        </p:nvSpPr>
        <p:spPr>
          <a:xfrm>
            <a:off x="3733197" y="6092408"/>
            <a:ext cx="33470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V’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2 + 0) *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41D6D1BD-8968-64BF-4EAF-45538A11EB1C}"/>
              </a:ext>
            </a:extLst>
          </p:cNvPr>
          <p:cNvCxnSpPr>
            <a:cxnSpLocks/>
            <a:stCxn id="64" idx="2"/>
            <a:endCxn id="89" idx="3"/>
          </p:cNvCxnSpPr>
          <p:nvPr/>
        </p:nvCxnSpPr>
        <p:spPr>
          <a:xfrm rot="5400000">
            <a:off x="8071264" y="4497314"/>
            <a:ext cx="742597" cy="2724590"/>
          </a:xfrm>
          <a:prstGeom prst="curvedConnector2">
            <a:avLst/>
          </a:prstGeom>
          <a:ln w="38100">
            <a:solidFill>
              <a:srgbClr val="00B050">
                <a:alpha val="75000"/>
              </a:srgb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3EDFD36-73C4-29F6-7DA3-1103B850130E}"/>
              </a:ext>
            </a:extLst>
          </p:cNvPr>
          <p:cNvCxnSpPr>
            <a:cxnSpLocks/>
          </p:cNvCxnSpPr>
          <p:nvPr/>
        </p:nvCxnSpPr>
        <p:spPr>
          <a:xfrm>
            <a:off x="1830487" y="5813449"/>
            <a:ext cx="8864017" cy="0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FEC1CBF7-509A-E7CE-4FB5-7A8833C275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81800" y="5057329"/>
            <a:ext cx="1810596" cy="203833"/>
          </a:xfrm>
          <a:prstGeom prst="bentConnector3">
            <a:avLst>
              <a:gd name="adj1" fmla="val -503"/>
            </a:avLst>
          </a:prstGeom>
          <a:ln w="31750">
            <a:solidFill>
              <a:srgbClr val="2D81FF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85B172-D227-7805-3EC4-DE9668F3DACD}"/>
              </a:ext>
            </a:extLst>
          </p:cNvPr>
          <p:cNvSpPr txBox="1"/>
          <p:nvPr/>
        </p:nvSpPr>
        <p:spPr>
          <a:xfrm>
            <a:off x="8429378" y="6037111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2C57E"/>
                </a:solidFill>
              </a:rPr>
              <a:t>generate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5D57A-E60D-1E64-C24A-4733479766A5}"/>
              </a:ext>
            </a:extLst>
          </p:cNvPr>
          <p:cNvSpPr txBox="1"/>
          <p:nvPr/>
        </p:nvSpPr>
        <p:spPr>
          <a:xfrm>
            <a:off x="4988226" y="5741078"/>
            <a:ext cx="91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7A2FF"/>
                </a:solidFill>
              </a:rPr>
              <a:t>execute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F6387-0F30-276F-1B03-0DEDF0F0106A}"/>
              </a:ext>
            </a:extLst>
          </p:cNvPr>
          <p:cNvSpPr txBox="1"/>
          <p:nvPr/>
        </p:nvSpPr>
        <p:spPr>
          <a:xfrm>
            <a:off x="3536593" y="5735056"/>
            <a:ext cx="78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7A2FF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059677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F9A039C-C323-6A6A-864B-1628E3D97B35}"/>
              </a:ext>
            </a:extLst>
          </p:cNvPr>
          <p:cNvSpPr/>
          <p:nvPr/>
        </p:nvSpPr>
        <p:spPr>
          <a:xfrm>
            <a:off x="4224528" y="54639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A719D151-DD49-C25A-8B75-5E46DFBE8614}"/>
              </a:ext>
            </a:extLst>
          </p:cNvPr>
          <p:cNvSpPr/>
          <p:nvPr/>
        </p:nvSpPr>
        <p:spPr>
          <a:xfrm>
            <a:off x="4224528" y="49773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F8947B42-1385-5025-58C0-50A31EBD7EDE}"/>
              </a:ext>
            </a:extLst>
          </p:cNvPr>
          <p:cNvSpPr/>
          <p:nvPr/>
        </p:nvSpPr>
        <p:spPr>
          <a:xfrm>
            <a:off x="4224529" y="4534875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AFFFB46-A21F-F97F-5F14-D15E99AE6B10}"/>
              </a:ext>
            </a:extLst>
          </p:cNvPr>
          <p:cNvSpPr/>
          <p:nvPr/>
        </p:nvSpPr>
        <p:spPr>
          <a:xfrm>
            <a:off x="4227413" y="4046842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31FFF51-F51C-BD84-5145-11F3A5D6B1B4}"/>
              </a:ext>
            </a:extLst>
          </p:cNvPr>
          <p:cNvSpPr/>
          <p:nvPr/>
        </p:nvSpPr>
        <p:spPr>
          <a:xfrm>
            <a:off x="4227413" y="356946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58678D6-40AD-1C50-63AC-A9EFECC72005}"/>
              </a:ext>
            </a:extLst>
          </p:cNvPr>
          <p:cNvSpPr/>
          <p:nvPr/>
        </p:nvSpPr>
        <p:spPr>
          <a:xfrm>
            <a:off x="4224529" y="2738021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F0B71AD-907C-AD5B-8F63-DB1D6C8E48E6}"/>
              </a:ext>
            </a:extLst>
          </p:cNvPr>
          <p:cNvSpPr/>
          <p:nvPr/>
        </p:nvSpPr>
        <p:spPr>
          <a:xfrm>
            <a:off x="4224529" y="1545880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A3CAE4ED-212A-419E-7F94-14184AF06FA7}"/>
              </a:ext>
            </a:extLst>
          </p:cNvPr>
          <p:cNvSpPr/>
          <p:nvPr/>
        </p:nvSpPr>
        <p:spPr>
          <a:xfrm>
            <a:off x="4227413" y="73584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D58377-A5A0-06B8-DF18-0AD2332AEADC}"/>
              </a:ext>
            </a:extLst>
          </p:cNvPr>
          <p:cNvGrpSpPr/>
          <p:nvPr/>
        </p:nvGrpSpPr>
        <p:grpSpPr>
          <a:xfrm>
            <a:off x="1005988" y="523462"/>
            <a:ext cx="3066657" cy="669234"/>
            <a:chOff x="1005988" y="523462"/>
            <a:chExt cx="3066657" cy="6692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D8CB95-9211-C60A-2B9C-8099F9BB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763" b="84155"/>
            <a:stretch>
              <a:fillRect/>
            </a:stretch>
          </p:blipFill>
          <p:spPr>
            <a:xfrm>
              <a:off x="1005988" y="569844"/>
              <a:ext cx="3066657" cy="62285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ECE7B1-1C2E-69B9-7938-57BDD1324D1F}"/>
                </a:ext>
              </a:extLst>
            </p:cNvPr>
            <p:cNvSpPr/>
            <p:nvPr/>
          </p:nvSpPr>
          <p:spPr>
            <a:xfrm>
              <a:off x="1030320" y="52346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14D1CBA-CD79-3850-9E64-ABF5A121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12" b="15556"/>
          <a:stretch>
            <a:fillRect/>
          </a:stretch>
        </p:blipFill>
        <p:spPr>
          <a:xfrm>
            <a:off x="994904" y="2117172"/>
            <a:ext cx="3066657" cy="11131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FB0CBA-8E77-0C55-C35F-7661D463D30C}"/>
              </a:ext>
            </a:extLst>
          </p:cNvPr>
          <p:cNvSpPr/>
          <p:nvPr/>
        </p:nvSpPr>
        <p:spPr>
          <a:xfrm>
            <a:off x="1019237" y="2143676"/>
            <a:ext cx="3042324" cy="715618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B903D-606B-2C50-C499-DCC9FDDC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3" b="67922"/>
          <a:stretch>
            <a:fillRect/>
          </a:stretch>
        </p:blipFill>
        <p:spPr>
          <a:xfrm>
            <a:off x="1005987" y="1323562"/>
            <a:ext cx="3066657" cy="7156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1C62A0D-413F-43B6-F072-E5A495305E35}"/>
              </a:ext>
            </a:extLst>
          </p:cNvPr>
          <p:cNvSpPr/>
          <p:nvPr/>
        </p:nvSpPr>
        <p:spPr>
          <a:xfrm>
            <a:off x="1030320" y="1343442"/>
            <a:ext cx="3042324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DC3FFF-4368-619D-5E60-F7CC373BA483}"/>
              </a:ext>
            </a:extLst>
          </p:cNvPr>
          <p:cNvGrpSpPr/>
          <p:nvPr/>
        </p:nvGrpSpPr>
        <p:grpSpPr>
          <a:xfrm>
            <a:off x="1005986" y="4247186"/>
            <a:ext cx="3066657" cy="715618"/>
            <a:chOff x="1416805" y="3057939"/>
            <a:chExt cx="3066657" cy="7156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2FD7826-5FBC-1B9D-2768-48F6B4245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908" b="52658"/>
            <a:stretch>
              <a:fillRect/>
            </a:stretch>
          </p:blipFill>
          <p:spPr>
            <a:xfrm>
              <a:off x="1416805" y="3057939"/>
              <a:ext cx="3066657" cy="71561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FC4653-63D9-8F94-7E44-CA4732914F83}"/>
                </a:ext>
              </a:extLst>
            </p:cNvPr>
            <p:cNvSpPr/>
            <p:nvPr/>
          </p:nvSpPr>
          <p:spPr>
            <a:xfrm>
              <a:off x="1441138" y="3101009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261AD8-7895-CC25-F51D-870641DCE6EB}"/>
              </a:ext>
            </a:extLst>
          </p:cNvPr>
          <p:cNvGrpSpPr/>
          <p:nvPr/>
        </p:nvGrpSpPr>
        <p:grpSpPr>
          <a:xfrm>
            <a:off x="1019237" y="5236127"/>
            <a:ext cx="3066657" cy="715618"/>
            <a:chOff x="5239143" y="2875722"/>
            <a:chExt cx="3066657" cy="7156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51CA931-BBC1-35B0-3B7A-B2ACD07D8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140" b="36425"/>
            <a:stretch>
              <a:fillRect/>
            </a:stretch>
          </p:blipFill>
          <p:spPr>
            <a:xfrm>
              <a:off x="5239143" y="2875722"/>
              <a:ext cx="3066657" cy="71561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856EE6-5C32-14C7-42BD-6830E398BCB1}"/>
                </a:ext>
              </a:extLst>
            </p:cNvPr>
            <p:cNvSpPr/>
            <p:nvPr/>
          </p:nvSpPr>
          <p:spPr>
            <a:xfrm>
              <a:off x="5239143" y="287572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AC4FA8-0DF7-06EC-C167-52704ACD240F}"/>
              </a:ext>
            </a:extLst>
          </p:cNvPr>
          <p:cNvGrpSpPr/>
          <p:nvPr/>
        </p:nvGrpSpPr>
        <p:grpSpPr>
          <a:xfrm>
            <a:off x="1005984" y="3331682"/>
            <a:ext cx="3066657" cy="708991"/>
            <a:chOff x="4711606" y="5353878"/>
            <a:chExt cx="3066657" cy="7089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8DC1D6-D8D9-5801-986B-BA19CA40B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9662"/>
            <a:stretch>
              <a:fillRect/>
            </a:stretch>
          </p:blipFill>
          <p:spPr>
            <a:xfrm>
              <a:off x="4711606" y="5353878"/>
              <a:ext cx="3066657" cy="70899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02BD69-B7A3-CD22-9088-8D6DB3FF0261}"/>
                </a:ext>
              </a:extLst>
            </p:cNvPr>
            <p:cNvSpPr/>
            <p:nvPr/>
          </p:nvSpPr>
          <p:spPr>
            <a:xfrm>
              <a:off x="4735939" y="5370443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66361D-7982-90FC-821E-ECDB9E9865C3}"/>
              </a:ext>
            </a:extLst>
          </p:cNvPr>
          <p:cNvCxnSpPr>
            <a:cxnSpLocks/>
          </p:cNvCxnSpPr>
          <p:nvPr/>
        </p:nvCxnSpPr>
        <p:spPr>
          <a:xfrm>
            <a:off x="3668665" y="92102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0573F5D-D8AE-D66E-2446-1517770C8113}"/>
              </a:ext>
            </a:extLst>
          </p:cNvPr>
          <p:cNvCxnSpPr>
            <a:cxnSpLocks/>
          </p:cNvCxnSpPr>
          <p:nvPr/>
        </p:nvCxnSpPr>
        <p:spPr>
          <a:xfrm>
            <a:off x="3668889" y="1734380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CE0B70-B1F8-A441-FB49-735E1675BE3B}"/>
              </a:ext>
            </a:extLst>
          </p:cNvPr>
          <p:cNvCxnSpPr>
            <a:cxnSpLocks/>
          </p:cNvCxnSpPr>
          <p:nvPr/>
        </p:nvCxnSpPr>
        <p:spPr>
          <a:xfrm>
            <a:off x="3668889" y="4685481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269432-FCB1-1227-6C88-348130D68D3D}"/>
              </a:ext>
            </a:extLst>
          </p:cNvPr>
          <p:cNvCxnSpPr>
            <a:cxnSpLocks/>
          </p:cNvCxnSpPr>
          <p:nvPr/>
        </p:nvCxnSpPr>
        <p:spPr>
          <a:xfrm>
            <a:off x="3664602" y="4227308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A2ED60-8F37-8BA4-F294-86DD3011FA0F}"/>
              </a:ext>
            </a:extLst>
          </p:cNvPr>
          <p:cNvCxnSpPr>
            <a:cxnSpLocks/>
          </p:cNvCxnSpPr>
          <p:nvPr/>
        </p:nvCxnSpPr>
        <p:spPr>
          <a:xfrm>
            <a:off x="3664211" y="5178149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958AA7-E395-E0FE-F71B-DAA0BF35CACA}"/>
              </a:ext>
            </a:extLst>
          </p:cNvPr>
          <p:cNvCxnSpPr>
            <a:cxnSpLocks/>
          </p:cNvCxnSpPr>
          <p:nvPr/>
        </p:nvCxnSpPr>
        <p:spPr>
          <a:xfrm>
            <a:off x="3664211" y="5633692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BA9838A-E3C5-F248-453C-3354F55C9F60}"/>
              </a:ext>
            </a:extLst>
          </p:cNvPr>
          <p:cNvSpPr/>
          <p:nvPr/>
        </p:nvSpPr>
        <p:spPr>
          <a:xfrm>
            <a:off x="481108" y="432078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176513-DAB4-8DA8-E0EC-4AEC8EDBD487}"/>
              </a:ext>
            </a:extLst>
          </p:cNvPr>
          <p:cNvSpPr/>
          <p:nvPr/>
        </p:nvSpPr>
        <p:spPr>
          <a:xfrm>
            <a:off x="481107" y="1249017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BF38AE-EA5A-884A-F5CC-FFF424A71021}"/>
              </a:ext>
            </a:extLst>
          </p:cNvPr>
          <p:cNvSpPr/>
          <p:nvPr/>
        </p:nvSpPr>
        <p:spPr>
          <a:xfrm>
            <a:off x="481104" y="4043399"/>
            <a:ext cx="6622219" cy="92906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E12E90-B52E-BF60-BB64-B92A70B8773E}"/>
              </a:ext>
            </a:extLst>
          </p:cNvPr>
          <p:cNvSpPr/>
          <p:nvPr/>
        </p:nvSpPr>
        <p:spPr>
          <a:xfrm>
            <a:off x="481103" y="4972463"/>
            <a:ext cx="6622219" cy="94615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EF30F68-42DA-4864-E4EF-8629590B38CB}"/>
              </a:ext>
            </a:extLst>
          </p:cNvPr>
          <p:cNvSpPr/>
          <p:nvPr/>
        </p:nvSpPr>
        <p:spPr>
          <a:xfrm>
            <a:off x="481106" y="2059055"/>
            <a:ext cx="6622219" cy="11713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1759CB9-E76A-2F4E-A086-D36C1D0E851B}"/>
              </a:ext>
            </a:extLst>
          </p:cNvPr>
          <p:cNvSpPr/>
          <p:nvPr/>
        </p:nvSpPr>
        <p:spPr>
          <a:xfrm>
            <a:off x="481105" y="3235464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2F5B44-6884-5634-8A1F-C8D1DCFCD90C}"/>
              </a:ext>
            </a:extLst>
          </p:cNvPr>
          <p:cNvCxnSpPr>
            <a:cxnSpLocks/>
          </p:cNvCxnSpPr>
          <p:nvPr/>
        </p:nvCxnSpPr>
        <p:spPr>
          <a:xfrm>
            <a:off x="3659924" y="2913961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A56ED77-79DB-3464-BFC3-9C1AF42079FA}"/>
              </a:ext>
            </a:extLst>
          </p:cNvPr>
          <p:cNvCxnSpPr>
            <a:cxnSpLocks/>
          </p:cNvCxnSpPr>
          <p:nvPr/>
        </p:nvCxnSpPr>
        <p:spPr>
          <a:xfrm>
            <a:off x="3668498" y="3739185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060BABB-F3BC-509D-F866-69819BA09C94}"/>
              </a:ext>
            </a:extLst>
          </p:cNvPr>
          <p:cNvSpPr txBox="1"/>
          <p:nvPr/>
        </p:nvSpPr>
        <p:spPr>
          <a:xfrm>
            <a:off x="4209484" y="738316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V’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97F7DE-7126-1B0A-95EA-5B24F1A3F5A9}"/>
              </a:ext>
            </a:extLst>
          </p:cNvPr>
          <p:cNvSpPr txBox="1"/>
          <p:nvPr/>
        </p:nvSpPr>
        <p:spPr>
          <a:xfrm>
            <a:off x="4209484" y="1557489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eflags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(V’,%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DA446C-B18B-D9C5-404E-DB65C84B38FA}"/>
              </a:ext>
            </a:extLst>
          </p:cNvPr>
          <p:cNvSpPr txBox="1"/>
          <p:nvPr/>
        </p:nvSpPr>
        <p:spPr>
          <a:xfrm>
            <a:off x="4209484" y="2730191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– V) + V’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48ED0C-83C5-7E7A-3FDD-BCF361D53F5A}"/>
              </a:ext>
            </a:extLst>
          </p:cNvPr>
          <p:cNvSpPr txBox="1"/>
          <p:nvPr/>
        </p:nvSpPr>
        <p:spPr>
          <a:xfrm>
            <a:off x="4244897" y="3566444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^ V) ^ V’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89B1F2-9967-1ABC-759E-3ED8ED9B29B9}"/>
              </a:ext>
            </a:extLst>
          </p:cNvPr>
          <p:cNvSpPr txBox="1"/>
          <p:nvPr/>
        </p:nvSpPr>
        <p:spPr>
          <a:xfrm>
            <a:off x="4250741" y="4516729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&lt;&lt; V’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C572C5-6D38-E74F-0B06-778372BA6DA0}"/>
              </a:ext>
            </a:extLst>
          </p:cNvPr>
          <p:cNvSpPr txBox="1"/>
          <p:nvPr/>
        </p:nvSpPr>
        <p:spPr>
          <a:xfrm>
            <a:off x="4250741" y="4050481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82D887-AF97-2BC3-5001-13156125872E}"/>
              </a:ext>
            </a:extLst>
          </p:cNvPr>
          <p:cNvSpPr txBox="1"/>
          <p:nvPr/>
        </p:nvSpPr>
        <p:spPr>
          <a:xfrm>
            <a:off x="4244897" y="4986340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1C9617-FCC1-CCEA-5B96-2246CDEA545D}"/>
              </a:ext>
            </a:extLst>
          </p:cNvPr>
          <p:cNvSpPr txBox="1"/>
          <p:nvPr/>
        </p:nvSpPr>
        <p:spPr>
          <a:xfrm>
            <a:off x="4244897" y="5454690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&amp; V’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27E2EB-4608-F549-3BA5-38FC6A4A5976}"/>
              </a:ext>
            </a:extLst>
          </p:cNvPr>
          <p:cNvSpPr txBox="1"/>
          <p:nvPr/>
        </p:nvSpPr>
        <p:spPr>
          <a:xfrm>
            <a:off x="476252" y="6680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DA0077-0CFE-E4F8-2E6B-1BFA87AE1853}"/>
              </a:ext>
            </a:extLst>
          </p:cNvPr>
          <p:cNvSpPr txBox="1"/>
          <p:nvPr/>
        </p:nvSpPr>
        <p:spPr>
          <a:xfrm>
            <a:off x="481108" y="148203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8A6873-8945-ADE5-2D42-C30FF78E6D5E}"/>
              </a:ext>
            </a:extLst>
          </p:cNvPr>
          <p:cNvSpPr txBox="1"/>
          <p:nvPr/>
        </p:nvSpPr>
        <p:spPr>
          <a:xfrm>
            <a:off x="485071" y="241852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BAC2B9-E470-D0D2-DC12-3536F3B5432B}"/>
              </a:ext>
            </a:extLst>
          </p:cNvPr>
          <p:cNvSpPr txBox="1"/>
          <p:nvPr/>
        </p:nvSpPr>
        <p:spPr>
          <a:xfrm>
            <a:off x="493425" y="34558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34CF74-AB21-B69D-6FDE-99A695B46930}"/>
              </a:ext>
            </a:extLst>
          </p:cNvPr>
          <p:cNvSpPr txBox="1"/>
          <p:nvPr/>
        </p:nvSpPr>
        <p:spPr>
          <a:xfrm>
            <a:off x="481108" y="433019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FA83CC-2818-1314-D810-5AF49E926365}"/>
              </a:ext>
            </a:extLst>
          </p:cNvPr>
          <p:cNvSpPr txBox="1"/>
          <p:nvPr/>
        </p:nvSpPr>
        <p:spPr>
          <a:xfrm>
            <a:off x="499156" y="525887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234390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F9A039C-C323-6A6A-864B-1628E3D97B35}"/>
              </a:ext>
            </a:extLst>
          </p:cNvPr>
          <p:cNvSpPr/>
          <p:nvPr/>
        </p:nvSpPr>
        <p:spPr>
          <a:xfrm>
            <a:off x="4224528" y="54639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A719D151-DD49-C25A-8B75-5E46DFBE8614}"/>
              </a:ext>
            </a:extLst>
          </p:cNvPr>
          <p:cNvSpPr/>
          <p:nvPr/>
        </p:nvSpPr>
        <p:spPr>
          <a:xfrm>
            <a:off x="4224528" y="49773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F8947B42-1385-5025-58C0-50A31EBD7EDE}"/>
              </a:ext>
            </a:extLst>
          </p:cNvPr>
          <p:cNvSpPr/>
          <p:nvPr/>
        </p:nvSpPr>
        <p:spPr>
          <a:xfrm>
            <a:off x="4224529" y="4534875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AFFFB46-A21F-F97F-5F14-D15E99AE6B10}"/>
              </a:ext>
            </a:extLst>
          </p:cNvPr>
          <p:cNvSpPr/>
          <p:nvPr/>
        </p:nvSpPr>
        <p:spPr>
          <a:xfrm>
            <a:off x="4227413" y="4046842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31FFF51-F51C-BD84-5145-11F3A5D6B1B4}"/>
              </a:ext>
            </a:extLst>
          </p:cNvPr>
          <p:cNvSpPr/>
          <p:nvPr/>
        </p:nvSpPr>
        <p:spPr>
          <a:xfrm>
            <a:off x="4227413" y="356946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58678D6-40AD-1C50-63AC-A9EFECC72005}"/>
              </a:ext>
            </a:extLst>
          </p:cNvPr>
          <p:cNvSpPr/>
          <p:nvPr/>
        </p:nvSpPr>
        <p:spPr>
          <a:xfrm>
            <a:off x="4224529" y="2738021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F0B71AD-907C-AD5B-8F63-DB1D6C8E48E6}"/>
              </a:ext>
            </a:extLst>
          </p:cNvPr>
          <p:cNvSpPr/>
          <p:nvPr/>
        </p:nvSpPr>
        <p:spPr>
          <a:xfrm>
            <a:off x="4224529" y="1888780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A3CAE4ED-212A-419E-7F94-14184AF06FA7}"/>
              </a:ext>
            </a:extLst>
          </p:cNvPr>
          <p:cNvSpPr/>
          <p:nvPr/>
        </p:nvSpPr>
        <p:spPr>
          <a:xfrm>
            <a:off x="4227413" y="107874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D58377-A5A0-06B8-DF18-0AD2332AEADC}"/>
              </a:ext>
            </a:extLst>
          </p:cNvPr>
          <p:cNvGrpSpPr/>
          <p:nvPr/>
        </p:nvGrpSpPr>
        <p:grpSpPr>
          <a:xfrm>
            <a:off x="1005988" y="866362"/>
            <a:ext cx="3066657" cy="669234"/>
            <a:chOff x="1005988" y="523462"/>
            <a:chExt cx="3066657" cy="6692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D8CB95-9211-C60A-2B9C-8099F9BB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763" b="84155"/>
            <a:stretch>
              <a:fillRect/>
            </a:stretch>
          </p:blipFill>
          <p:spPr>
            <a:xfrm>
              <a:off x="1005988" y="569844"/>
              <a:ext cx="3066657" cy="62285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ECE7B1-1C2E-69B9-7938-57BDD1324D1F}"/>
                </a:ext>
              </a:extLst>
            </p:cNvPr>
            <p:cNvSpPr/>
            <p:nvPr/>
          </p:nvSpPr>
          <p:spPr>
            <a:xfrm>
              <a:off x="1030320" y="52346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14D1CBA-CD79-3850-9E64-ABF5A121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007" b="15556"/>
          <a:stretch>
            <a:fillRect/>
          </a:stretch>
        </p:blipFill>
        <p:spPr>
          <a:xfrm>
            <a:off x="994904" y="2514597"/>
            <a:ext cx="3066657" cy="71575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FB0CBA-8E77-0C55-C35F-7661D463D30C}"/>
              </a:ext>
            </a:extLst>
          </p:cNvPr>
          <p:cNvSpPr/>
          <p:nvPr/>
        </p:nvSpPr>
        <p:spPr>
          <a:xfrm>
            <a:off x="1019237" y="2506662"/>
            <a:ext cx="3042324" cy="352632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B903D-606B-2C50-C499-DCC9FDDC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3" b="67922"/>
          <a:stretch>
            <a:fillRect/>
          </a:stretch>
        </p:blipFill>
        <p:spPr>
          <a:xfrm>
            <a:off x="1005987" y="1666462"/>
            <a:ext cx="3066657" cy="7156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1C62A0D-413F-43B6-F072-E5A495305E35}"/>
              </a:ext>
            </a:extLst>
          </p:cNvPr>
          <p:cNvSpPr/>
          <p:nvPr/>
        </p:nvSpPr>
        <p:spPr>
          <a:xfrm>
            <a:off x="1030320" y="1686342"/>
            <a:ext cx="3042324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DC3FFF-4368-619D-5E60-F7CC373BA483}"/>
              </a:ext>
            </a:extLst>
          </p:cNvPr>
          <p:cNvGrpSpPr/>
          <p:nvPr/>
        </p:nvGrpSpPr>
        <p:grpSpPr>
          <a:xfrm>
            <a:off x="1005986" y="4247186"/>
            <a:ext cx="3066657" cy="715618"/>
            <a:chOff x="1416805" y="3057939"/>
            <a:chExt cx="3066657" cy="7156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2FD7826-5FBC-1B9D-2768-48F6B4245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908" b="52658"/>
            <a:stretch>
              <a:fillRect/>
            </a:stretch>
          </p:blipFill>
          <p:spPr>
            <a:xfrm>
              <a:off x="1416805" y="3057939"/>
              <a:ext cx="3066657" cy="71561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FC4653-63D9-8F94-7E44-CA4732914F83}"/>
                </a:ext>
              </a:extLst>
            </p:cNvPr>
            <p:cNvSpPr/>
            <p:nvPr/>
          </p:nvSpPr>
          <p:spPr>
            <a:xfrm>
              <a:off x="1441138" y="3101009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261AD8-7895-CC25-F51D-870641DCE6EB}"/>
              </a:ext>
            </a:extLst>
          </p:cNvPr>
          <p:cNvGrpSpPr/>
          <p:nvPr/>
        </p:nvGrpSpPr>
        <p:grpSpPr>
          <a:xfrm>
            <a:off x="1019237" y="5236127"/>
            <a:ext cx="3066657" cy="715618"/>
            <a:chOff x="5239143" y="2875722"/>
            <a:chExt cx="3066657" cy="7156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51CA931-BBC1-35B0-3B7A-B2ACD07D8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140" b="36425"/>
            <a:stretch>
              <a:fillRect/>
            </a:stretch>
          </p:blipFill>
          <p:spPr>
            <a:xfrm>
              <a:off x="5239143" y="2875722"/>
              <a:ext cx="3066657" cy="71561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856EE6-5C32-14C7-42BD-6830E398BCB1}"/>
                </a:ext>
              </a:extLst>
            </p:cNvPr>
            <p:cNvSpPr/>
            <p:nvPr/>
          </p:nvSpPr>
          <p:spPr>
            <a:xfrm>
              <a:off x="5239143" y="287572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AC4FA8-0DF7-06EC-C167-52704ACD240F}"/>
              </a:ext>
            </a:extLst>
          </p:cNvPr>
          <p:cNvGrpSpPr/>
          <p:nvPr/>
        </p:nvGrpSpPr>
        <p:grpSpPr>
          <a:xfrm>
            <a:off x="1005984" y="3331682"/>
            <a:ext cx="3066657" cy="708991"/>
            <a:chOff x="4711606" y="5353878"/>
            <a:chExt cx="3066657" cy="7089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8DC1D6-D8D9-5801-986B-BA19CA40B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9662"/>
            <a:stretch>
              <a:fillRect/>
            </a:stretch>
          </p:blipFill>
          <p:spPr>
            <a:xfrm>
              <a:off x="4711606" y="5353878"/>
              <a:ext cx="3066657" cy="70899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02BD69-B7A3-CD22-9088-8D6DB3FF0261}"/>
                </a:ext>
              </a:extLst>
            </p:cNvPr>
            <p:cNvSpPr/>
            <p:nvPr/>
          </p:nvSpPr>
          <p:spPr>
            <a:xfrm>
              <a:off x="4735939" y="5370443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66361D-7982-90FC-821E-ECDB9E9865C3}"/>
              </a:ext>
            </a:extLst>
          </p:cNvPr>
          <p:cNvCxnSpPr>
            <a:cxnSpLocks/>
          </p:cNvCxnSpPr>
          <p:nvPr/>
        </p:nvCxnSpPr>
        <p:spPr>
          <a:xfrm>
            <a:off x="3668665" y="126392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0573F5D-D8AE-D66E-2446-1517770C8113}"/>
              </a:ext>
            </a:extLst>
          </p:cNvPr>
          <p:cNvCxnSpPr>
            <a:cxnSpLocks/>
          </p:cNvCxnSpPr>
          <p:nvPr/>
        </p:nvCxnSpPr>
        <p:spPr>
          <a:xfrm>
            <a:off x="3668889" y="2077280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CE0B70-B1F8-A441-FB49-735E1675BE3B}"/>
              </a:ext>
            </a:extLst>
          </p:cNvPr>
          <p:cNvCxnSpPr>
            <a:cxnSpLocks/>
          </p:cNvCxnSpPr>
          <p:nvPr/>
        </p:nvCxnSpPr>
        <p:spPr>
          <a:xfrm>
            <a:off x="3668889" y="4685481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269432-FCB1-1227-6C88-348130D68D3D}"/>
              </a:ext>
            </a:extLst>
          </p:cNvPr>
          <p:cNvCxnSpPr>
            <a:cxnSpLocks/>
          </p:cNvCxnSpPr>
          <p:nvPr/>
        </p:nvCxnSpPr>
        <p:spPr>
          <a:xfrm>
            <a:off x="3664602" y="4227308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A2ED60-8F37-8BA4-F294-86DD3011FA0F}"/>
              </a:ext>
            </a:extLst>
          </p:cNvPr>
          <p:cNvCxnSpPr>
            <a:cxnSpLocks/>
          </p:cNvCxnSpPr>
          <p:nvPr/>
        </p:nvCxnSpPr>
        <p:spPr>
          <a:xfrm>
            <a:off x="3664211" y="5178149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958AA7-E395-E0FE-F71B-DAA0BF35CACA}"/>
              </a:ext>
            </a:extLst>
          </p:cNvPr>
          <p:cNvCxnSpPr>
            <a:cxnSpLocks/>
          </p:cNvCxnSpPr>
          <p:nvPr/>
        </p:nvCxnSpPr>
        <p:spPr>
          <a:xfrm>
            <a:off x="3664211" y="5633692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BA9838A-E3C5-F248-453C-3354F55C9F60}"/>
              </a:ext>
            </a:extLst>
          </p:cNvPr>
          <p:cNvSpPr/>
          <p:nvPr/>
        </p:nvSpPr>
        <p:spPr>
          <a:xfrm>
            <a:off x="481108" y="774978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176513-DAB4-8DA8-E0EC-4AEC8EDBD487}"/>
              </a:ext>
            </a:extLst>
          </p:cNvPr>
          <p:cNvSpPr/>
          <p:nvPr/>
        </p:nvSpPr>
        <p:spPr>
          <a:xfrm>
            <a:off x="481107" y="1591917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BF38AE-EA5A-884A-F5CC-FFF424A71021}"/>
              </a:ext>
            </a:extLst>
          </p:cNvPr>
          <p:cNvSpPr/>
          <p:nvPr/>
        </p:nvSpPr>
        <p:spPr>
          <a:xfrm>
            <a:off x="481104" y="4043399"/>
            <a:ext cx="6622219" cy="92906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E12E90-B52E-BF60-BB64-B92A70B8773E}"/>
              </a:ext>
            </a:extLst>
          </p:cNvPr>
          <p:cNvSpPr/>
          <p:nvPr/>
        </p:nvSpPr>
        <p:spPr>
          <a:xfrm>
            <a:off x="481103" y="4972463"/>
            <a:ext cx="6622219" cy="94615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EF30F68-42DA-4864-E4EF-8629590B38CB}"/>
              </a:ext>
            </a:extLst>
          </p:cNvPr>
          <p:cNvSpPr/>
          <p:nvPr/>
        </p:nvSpPr>
        <p:spPr>
          <a:xfrm>
            <a:off x="481106" y="2399763"/>
            <a:ext cx="6622219" cy="83059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1759CB9-E76A-2F4E-A086-D36C1D0E851B}"/>
              </a:ext>
            </a:extLst>
          </p:cNvPr>
          <p:cNvSpPr/>
          <p:nvPr/>
        </p:nvSpPr>
        <p:spPr>
          <a:xfrm>
            <a:off x="481105" y="3235464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2F5B44-6884-5634-8A1F-C8D1DCFCD90C}"/>
              </a:ext>
            </a:extLst>
          </p:cNvPr>
          <p:cNvCxnSpPr>
            <a:cxnSpLocks/>
          </p:cNvCxnSpPr>
          <p:nvPr/>
        </p:nvCxnSpPr>
        <p:spPr>
          <a:xfrm>
            <a:off x="3659924" y="2913961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A56ED77-79DB-3464-BFC3-9C1AF42079FA}"/>
              </a:ext>
            </a:extLst>
          </p:cNvPr>
          <p:cNvCxnSpPr>
            <a:cxnSpLocks/>
          </p:cNvCxnSpPr>
          <p:nvPr/>
        </p:nvCxnSpPr>
        <p:spPr>
          <a:xfrm>
            <a:off x="3668498" y="3739185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060BABB-F3BC-509D-F866-69819BA09C94}"/>
              </a:ext>
            </a:extLst>
          </p:cNvPr>
          <p:cNvSpPr txBox="1"/>
          <p:nvPr/>
        </p:nvSpPr>
        <p:spPr>
          <a:xfrm>
            <a:off x="4209484" y="1081216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V’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97F7DE-7126-1B0A-95EA-5B24F1A3F5A9}"/>
              </a:ext>
            </a:extLst>
          </p:cNvPr>
          <p:cNvSpPr txBox="1"/>
          <p:nvPr/>
        </p:nvSpPr>
        <p:spPr>
          <a:xfrm>
            <a:off x="4209484" y="1900389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eflags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(V’,%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DA446C-B18B-D9C5-404E-DB65C84B38FA}"/>
              </a:ext>
            </a:extLst>
          </p:cNvPr>
          <p:cNvSpPr txBox="1"/>
          <p:nvPr/>
        </p:nvSpPr>
        <p:spPr>
          <a:xfrm>
            <a:off x="4209484" y="2730191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– V) + V’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48ED0C-83C5-7E7A-3FDD-BCF361D53F5A}"/>
              </a:ext>
            </a:extLst>
          </p:cNvPr>
          <p:cNvSpPr txBox="1"/>
          <p:nvPr/>
        </p:nvSpPr>
        <p:spPr>
          <a:xfrm>
            <a:off x="4244897" y="3566444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^ V) ^ V’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89B1F2-9967-1ABC-759E-3ED8ED9B29B9}"/>
              </a:ext>
            </a:extLst>
          </p:cNvPr>
          <p:cNvSpPr txBox="1"/>
          <p:nvPr/>
        </p:nvSpPr>
        <p:spPr>
          <a:xfrm>
            <a:off x="4250741" y="4516729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&lt;&lt; V’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C572C5-6D38-E74F-0B06-778372BA6DA0}"/>
              </a:ext>
            </a:extLst>
          </p:cNvPr>
          <p:cNvSpPr txBox="1"/>
          <p:nvPr/>
        </p:nvSpPr>
        <p:spPr>
          <a:xfrm>
            <a:off x="4250741" y="4050481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82D887-AF97-2BC3-5001-13156125872E}"/>
              </a:ext>
            </a:extLst>
          </p:cNvPr>
          <p:cNvSpPr txBox="1"/>
          <p:nvPr/>
        </p:nvSpPr>
        <p:spPr>
          <a:xfrm>
            <a:off x="4244897" y="4986340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1C9617-FCC1-CCEA-5B96-2246CDEA545D}"/>
              </a:ext>
            </a:extLst>
          </p:cNvPr>
          <p:cNvSpPr txBox="1"/>
          <p:nvPr/>
        </p:nvSpPr>
        <p:spPr>
          <a:xfrm>
            <a:off x="4244897" y="5454690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&amp; V’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27E2EB-4608-F549-3BA5-38FC6A4A5976}"/>
              </a:ext>
            </a:extLst>
          </p:cNvPr>
          <p:cNvSpPr txBox="1"/>
          <p:nvPr/>
        </p:nvSpPr>
        <p:spPr>
          <a:xfrm>
            <a:off x="476252" y="10109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DA0077-0CFE-E4F8-2E6B-1BFA87AE1853}"/>
              </a:ext>
            </a:extLst>
          </p:cNvPr>
          <p:cNvSpPr txBox="1"/>
          <p:nvPr/>
        </p:nvSpPr>
        <p:spPr>
          <a:xfrm>
            <a:off x="481108" y="182493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8A6873-8945-ADE5-2D42-C30FF78E6D5E}"/>
              </a:ext>
            </a:extLst>
          </p:cNvPr>
          <p:cNvSpPr txBox="1"/>
          <p:nvPr/>
        </p:nvSpPr>
        <p:spPr>
          <a:xfrm>
            <a:off x="485071" y="241852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BAC2B9-E470-D0D2-DC12-3536F3B5432B}"/>
              </a:ext>
            </a:extLst>
          </p:cNvPr>
          <p:cNvSpPr txBox="1"/>
          <p:nvPr/>
        </p:nvSpPr>
        <p:spPr>
          <a:xfrm>
            <a:off x="493425" y="34558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34CF74-AB21-B69D-6FDE-99A695B46930}"/>
              </a:ext>
            </a:extLst>
          </p:cNvPr>
          <p:cNvSpPr txBox="1"/>
          <p:nvPr/>
        </p:nvSpPr>
        <p:spPr>
          <a:xfrm>
            <a:off x="481108" y="433019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FA83CC-2818-1314-D810-5AF49E926365}"/>
              </a:ext>
            </a:extLst>
          </p:cNvPr>
          <p:cNvSpPr txBox="1"/>
          <p:nvPr/>
        </p:nvSpPr>
        <p:spPr>
          <a:xfrm>
            <a:off x="499156" y="525887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4159477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966D-8732-B3D3-91AB-2847F038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FCA3F053-0151-6FE2-C6BB-A4E73C056307}"/>
              </a:ext>
            </a:extLst>
          </p:cNvPr>
          <p:cNvSpPr/>
          <p:nvPr/>
        </p:nvSpPr>
        <p:spPr>
          <a:xfrm>
            <a:off x="4224528" y="54639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D59D080-40F2-CCEA-E96D-B3FB8948E5DD}"/>
              </a:ext>
            </a:extLst>
          </p:cNvPr>
          <p:cNvSpPr/>
          <p:nvPr/>
        </p:nvSpPr>
        <p:spPr>
          <a:xfrm>
            <a:off x="4224528" y="4977339"/>
            <a:ext cx="2758795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1B0DC04-1417-A428-C18F-F910E70992EB}"/>
              </a:ext>
            </a:extLst>
          </p:cNvPr>
          <p:cNvSpPr/>
          <p:nvPr/>
        </p:nvSpPr>
        <p:spPr>
          <a:xfrm>
            <a:off x="4224529" y="4534875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BB366194-BF42-D39E-62FF-48B286997AFE}"/>
              </a:ext>
            </a:extLst>
          </p:cNvPr>
          <p:cNvSpPr/>
          <p:nvPr/>
        </p:nvSpPr>
        <p:spPr>
          <a:xfrm>
            <a:off x="4227413" y="4046842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E9E535BD-8575-B54D-1D7D-D6D67256204C}"/>
              </a:ext>
            </a:extLst>
          </p:cNvPr>
          <p:cNvSpPr/>
          <p:nvPr/>
        </p:nvSpPr>
        <p:spPr>
          <a:xfrm>
            <a:off x="4227413" y="356946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90CA4E9-8E6D-9ECA-2CAF-81C3DEB0EE59}"/>
              </a:ext>
            </a:extLst>
          </p:cNvPr>
          <p:cNvSpPr/>
          <p:nvPr/>
        </p:nvSpPr>
        <p:spPr>
          <a:xfrm>
            <a:off x="4224529" y="2738021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5F34066-1C7F-0E4F-80CB-D23EC0FC9E67}"/>
              </a:ext>
            </a:extLst>
          </p:cNvPr>
          <p:cNvSpPr/>
          <p:nvPr/>
        </p:nvSpPr>
        <p:spPr>
          <a:xfrm>
            <a:off x="4224529" y="1888780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48DECE87-B879-7B17-C8F4-A04EEB886C19}"/>
              </a:ext>
            </a:extLst>
          </p:cNvPr>
          <p:cNvSpPr/>
          <p:nvPr/>
        </p:nvSpPr>
        <p:spPr>
          <a:xfrm>
            <a:off x="4227413" y="1078742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40A177-C23C-F4F2-E7B6-2AA2D4DF6808}"/>
              </a:ext>
            </a:extLst>
          </p:cNvPr>
          <p:cNvGrpSpPr/>
          <p:nvPr/>
        </p:nvGrpSpPr>
        <p:grpSpPr>
          <a:xfrm>
            <a:off x="1005988" y="866362"/>
            <a:ext cx="3066657" cy="669234"/>
            <a:chOff x="1005988" y="523462"/>
            <a:chExt cx="3066657" cy="6692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F28171-B84A-0C5D-8349-A6AB25F8E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763" b="84155"/>
            <a:stretch>
              <a:fillRect/>
            </a:stretch>
          </p:blipFill>
          <p:spPr>
            <a:xfrm>
              <a:off x="1005988" y="569844"/>
              <a:ext cx="3066657" cy="62285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C54F48-84C0-F0F1-9AEF-6D30BDA0A13E}"/>
                </a:ext>
              </a:extLst>
            </p:cNvPr>
            <p:cNvSpPr/>
            <p:nvPr/>
          </p:nvSpPr>
          <p:spPr>
            <a:xfrm>
              <a:off x="1030320" y="52346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4E1F7C2-58BF-C606-9557-B3CC805E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007" b="15556"/>
          <a:stretch>
            <a:fillRect/>
          </a:stretch>
        </p:blipFill>
        <p:spPr>
          <a:xfrm>
            <a:off x="994904" y="2514597"/>
            <a:ext cx="3066657" cy="71575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08991F-D7AD-FE2D-57B3-03EE7DB575A0}"/>
              </a:ext>
            </a:extLst>
          </p:cNvPr>
          <p:cNvSpPr/>
          <p:nvPr/>
        </p:nvSpPr>
        <p:spPr>
          <a:xfrm>
            <a:off x="1019237" y="2506662"/>
            <a:ext cx="3042324" cy="352632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EB5438-96EA-C535-0715-582F97FC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3" b="67922"/>
          <a:stretch>
            <a:fillRect/>
          </a:stretch>
        </p:blipFill>
        <p:spPr>
          <a:xfrm>
            <a:off x="1005987" y="1666462"/>
            <a:ext cx="3066657" cy="7156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A14146A-B749-167E-C459-9C6753C7831A}"/>
              </a:ext>
            </a:extLst>
          </p:cNvPr>
          <p:cNvSpPr/>
          <p:nvPr/>
        </p:nvSpPr>
        <p:spPr>
          <a:xfrm>
            <a:off x="1030320" y="1686342"/>
            <a:ext cx="3042324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344B73C-8F0F-3685-95E1-37790F477786}"/>
              </a:ext>
            </a:extLst>
          </p:cNvPr>
          <p:cNvGrpSpPr/>
          <p:nvPr/>
        </p:nvGrpSpPr>
        <p:grpSpPr>
          <a:xfrm>
            <a:off x="1005986" y="4247186"/>
            <a:ext cx="3066657" cy="715618"/>
            <a:chOff x="1416805" y="3057939"/>
            <a:chExt cx="3066657" cy="7156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557CAA-2316-06F4-4CAD-1FD0CAD70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908" b="52658"/>
            <a:stretch>
              <a:fillRect/>
            </a:stretch>
          </p:blipFill>
          <p:spPr>
            <a:xfrm>
              <a:off x="1416805" y="3057939"/>
              <a:ext cx="3066657" cy="71561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51AC902-8C26-389A-4DD9-6463F1FE0F04}"/>
                </a:ext>
              </a:extLst>
            </p:cNvPr>
            <p:cNvSpPr/>
            <p:nvPr/>
          </p:nvSpPr>
          <p:spPr>
            <a:xfrm>
              <a:off x="1441138" y="3101009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08CF10-7190-189A-87E7-F01ECB9709C7}"/>
              </a:ext>
            </a:extLst>
          </p:cNvPr>
          <p:cNvGrpSpPr/>
          <p:nvPr/>
        </p:nvGrpSpPr>
        <p:grpSpPr>
          <a:xfrm>
            <a:off x="1019237" y="5236127"/>
            <a:ext cx="3066657" cy="715618"/>
            <a:chOff x="5239143" y="2875722"/>
            <a:chExt cx="3066657" cy="71561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1DFAEF-0565-DC6F-8D66-F9C395E35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140" b="36425"/>
            <a:stretch>
              <a:fillRect/>
            </a:stretch>
          </p:blipFill>
          <p:spPr>
            <a:xfrm>
              <a:off x="5239143" y="2875722"/>
              <a:ext cx="3066657" cy="71561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3BC39AD-6671-53B4-BF88-69FD98D2E215}"/>
                </a:ext>
              </a:extLst>
            </p:cNvPr>
            <p:cNvSpPr/>
            <p:nvPr/>
          </p:nvSpPr>
          <p:spPr>
            <a:xfrm>
              <a:off x="5239143" y="2875722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3A1FE04-A1EB-0601-CDEB-A00B9C0E179D}"/>
              </a:ext>
            </a:extLst>
          </p:cNvPr>
          <p:cNvGrpSpPr/>
          <p:nvPr/>
        </p:nvGrpSpPr>
        <p:grpSpPr>
          <a:xfrm>
            <a:off x="1005984" y="3331682"/>
            <a:ext cx="3066657" cy="708991"/>
            <a:chOff x="4711606" y="5353878"/>
            <a:chExt cx="3066657" cy="7089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4296A8-6561-967E-AAEF-F8D9AAEFF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9662"/>
            <a:stretch>
              <a:fillRect/>
            </a:stretch>
          </p:blipFill>
          <p:spPr>
            <a:xfrm>
              <a:off x="4711606" y="5353878"/>
              <a:ext cx="3066657" cy="70899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DEE2C7-2F50-7677-8373-784EC9ACF3C7}"/>
                </a:ext>
              </a:extLst>
            </p:cNvPr>
            <p:cNvSpPr/>
            <p:nvPr/>
          </p:nvSpPr>
          <p:spPr>
            <a:xfrm>
              <a:off x="4735939" y="5370443"/>
              <a:ext cx="3042324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2A9A03-2A14-1816-BFF6-C353AD7AD19A}"/>
              </a:ext>
            </a:extLst>
          </p:cNvPr>
          <p:cNvCxnSpPr>
            <a:cxnSpLocks/>
          </p:cNvCxnSpPr>
          <p:nvPr/>
        </p:nvCxnSpPr>
        <p:spPr>
          <a:xfrm>
            <a:off x="3668665" y="126392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428C67-F07A-536D-B05B-B7F8CEC36E9E}"/>
              </a:ext>
            </a:extLst>
          </p:cNvPr>
          <p:cNvCxnSpPr>
            <a:cxnSpLocks/>
          </p:cNvCxnSpPr>
          <p:nvPr/>
        </p:nvCxnSpPr>
        <p:spPr>
          <a:xfrm>
            <a:off x="3668889" y="2077280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5ABA57-CFE4-F967-EB3E-2BB1473C44CB}"/>
              </a:ext>
            </a:extLst>
          </p:cNvPr>
          <p:cNvCxnSpPr>
            <a:cxnSpLocks/>
          </p:cNvCxnSpPr>
          <p:nvPr/>
        </p:nvCxnSpPr>
        <p:spPr>
          <a:xfrm>
            <a:off x="3668889" y="4685481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AA4FDE-ACE9-BEDE-0324-5BC2CB72A346}"/>
              </a:ext>
            </a:extLst>
          </p:cNvPr>
          <p:cNvCxnSpPr>
            <a:cxnSpLocks/>
          </p:cNvCxnSpPr>
          <p:nvPr/>
        </p:nvCxnSpPr>
        <p:spPr>
          <a:xfrm>
            <a:off x="3664602" y="4227308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2445D4E-6C14-E1EC-BC39-B5F33C35456B}"/>
              </a:ext>
            </a:extLst>
          </p:cNvPr>
          <p:cNvCxnSpPr>
            <a:cxnSpLocks/>
          </p:cNvCxnSpPr>
          <p:nvPr/>
        </p:nvCxnSpPr>
        <p:spPr>
          <a:xfrm>
            <a:off x="3664211" y="5178149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604F46-AA04-487F-DA29-DCFE1FBF340A}"/>
              </a:ext>
            </a:extLst>
          </p:cNvPr>
          <p:cNvCxnSpPr>
            <a:cxnSpLocks/>
          </p:cNvCxnSpPr>
          <p:nvPr/>
        </p:nvCxnSpPr>
        <p:spPr>
          <a:xfrm>
            <a:off x="3664211" y="5633692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29B6741-6B7B-42E0-CA23-32F2C60EC801}"/>
              </a:ext>
            </a:extLst>
          </p:cNvPr>
          <p:cNvSpPr/>
          <p:nvPr/>
        </p:nvSpPr>
        <p:spPr>
          <a:xfrm>
            <a:off x="481108" y="774978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D73018-BAE9-0A9E-5B7C-9B7CD8E79C09}"/>
              </a:ext>
            </a:extLst>
          </p:cNvPr>
          <p:cNvSpPr/>
          <p:nvPr/>
        </p:nvSpPr>
        <p:spPr>
          <a:xfrm>
            <a:off x="481107" y="1591917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F3C89A8-9FDB-201F-5144-7411526DE3F8}"/>
              </a:ext>
            </a:extLst>
          </p:cNvPr>
          <p:cNvSpPr/>
          <p:nvPr/>
        </p:nvSpPr>
        <p:spPr>
          <a:xfrm>
            <a:off x="481104" y="4043399"/>
            <a:ext cx="6622219" cy="92906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2BC336-C0E9-E474-34DE-53857A67914F}"/>
              </a:ext>
            </a:extLst>
          </p:cNvPr>
          <p:cNvSpPr/>
          <p:nvPr/>
        </p:nvSpPr>
        <p:spPr>
          <a:xfrm>
            <a:off x="481103" y="4972463"/>
            <a:ext cx="6622219" cy="94615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02D2927-9B6E-198C-FB4A-3457E895F8BC}"/>
              </a:ext>
            </a:extLst>
          </p:cNvPr>
          <p:cNvSpPr/>
          <p:nvPr/>
        </p:nvSpPr>
        <p:spPr>
          <a:xfrm>
            <a:off x="481106" y="2399763"/>
            <a:ext cx="6622219" cy="83059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FF505F-7C21-8D70-DF55-6CAED6BD6652}"/>
              </a:ext>
            </a:extLst>
          </p:cNvPr>
          <p:cNvSpPr/>
          <p:nvPr/>
        </p:nvSpPr>
        <p:spPr>
          <a:xfrm>
            <a:off x="481105" y="3235464"/>
            <a:ext cx="6622219" cy="8100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906F342-16B4-9CCD-6ECA-8287B24FE732}"/>
              </a:ext>
            </a:extLst>
          </p:cNvPr>
          <p:cNvCxnSpPr>
            <a:cxnSpLocks/>
          </p:cNvCxnSpPr>
          <p:nvPr/>
        </p:nvCxnSpPr>
        <p:spPr>
          <a:xfrm>
            <a:off x="3659924" y="2913961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9990D1D-7540-5362-5C76-9F83439723F3}"/>
              </a:ext>
            </a:extLst>
          </p:cNvPr>
          <p:cNvCxnSpPr>
            <a:cxnSpLocks/>
          </p:cNvCxnSpPr>
          <p:nvPr/>
        </p:nvCxnSpPr>
        <p:spPr>
          <a:xfrm>
            <a:off x="3668498" y="3739185"/>
            <a:ext cx="567490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DBF5A61-0397-3C2A-E205-24F96D02F96C}"/>
              </a:ext>
            </a:extLst>
          </p:cNvPr>
          <p:cNvSpPr txBox="1"/>
          <p:nvPr/>
        </p:nvSpPr>
        <p:spPr>
          <a:xfrm>
            <a:off x="4209484" y="1081216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V’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D48367-B572-4633-70D7-4A609A78797B}"/>
              </a:ext>
            </a:extLst>
          </p:cNvPr>
          <p:cNvSpPr txBox="1"/>
          <p:nvPr/>
        </p:nvSpPr>
        <p:spPr>
          <a:xfrm>
            <a:off x="4209484" y="1900389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eflags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(V’- %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586139-0840-5B8F-40D7-72D9BF579AAA}"/>
              </a:ext>
            </a:extLst>
          </p:cNvPr>
          <p:cNvSpPr txBox="1"/>
          <p:nvPr/>
        </p:nvSpPr>
        <p:spPr>
          <a:xfrm>
            <a:off x="4209484" y="2730191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– V) + V’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78326F-A13A-1416-EA44-81B66CC6A24A}"/>
              </a:ext>
            </a:extLst>
          </p:cNvPr>
          <p:cNvSpPr txBox="1"/>
          <p:nvPr/>
        </p:nvSpPr>
        <p:spPr>
          <a:xfrm>
            <a:off x="4244897" y="3566444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^ V) ^ V’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282F37-EA24-AAFC-2F41-1FD549A16B0A}"/>
              </a:ext>
            </a:extLst>
          </p:cNvPr>
          <p:cNvSpPr txBox="1"/>
          <p:nvPr/>
        </p:nvSpPr>
        <p:spPr>
          <a:xfrm>
            <a:off x="4250741" y="4516729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&lt;&lt; V’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795A40-F27C-F18D-7493-AAA725CB8318}"/>
              </a:ext>
            </a:extLst>
          </p:cNvPr>
          <p:cNvSpPr txBox="1"/>
          <p:nvPr/>
        </p:nvSpPr>
        <p:spPr>
          <a:xfrm>
            <a:off x="4250741" y="4050481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A4BC4B-7C17-33C7-E778-14C00392B365}"/>
              </a:ext>
            </a:extLst>
          </p:cNvPr>
          <p:cNvSpPr txBox="1"/>
          <p:nvPr/>
        </p:nvSpPr>
        <p:spPr>
          <a:xfrm>
            <a:off x="4244897" y="4986340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6759DF-27CF-40CF-41B4-F9BB8C478BEF}"/>
              </a:ext>
            </a:extLst>
          </p:cNvPr>
          <p:cNvSpPr txBox="1"/>
          <p:nvPr/>
        </p:nvSpPr>
        <p:spPr>
          <a:xfrm>
            <a:off x="4244897" y="5454690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&amp; V’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96F205-DC6A-6893-C899-B7E6118B935F}"/>
              </a:ext>
            </a:extLst>
          </p:cNvPr>
          <p:cNvSpPr txBox="1"/>
          <p:nvPr/>
        </p:nvSpPr>
        <p:spPr>
          <a:xfrm>
            <a:off x="476252" y="10109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0E546C-F665-5964-C7A9-93E3D4C95CF8}"/>
              </a:ext>
            </a:extLst>
          </p:cNvPr>
          <p:cNvSpPr txBox="1"/>
          <p:nvPr/>
        </p:nvSpPr>
        <p:spPr>
          <a:xfrm>
            <a:off x="481108" y="182493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DFC702-3D92-0F2F-71C6-3A91F37431A8}"/>
              </a:ext>
            </a:extLst>
          </p:cNvPr>
          <p:cNvSpPr txBox="1"/>
          <p:nvPr/>
        </p:nvSpPr>
        <p:spPr>
          <a:xfrm>
            <a:off x="485071" y="241852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2880A3-A0B5-8551-AB34-DCEA48ED0AAD}"/>
              </a:ext>
            </a:extLst>
          </p:cNvPr>
          <p:cNvSpPr txBox="1"/>
          <p:nvPr/>
        </p:nvSpPr>
        <p:spPr>
          <a:xfrm>
            <a:off x="493425" y="34558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9A1DDD-47CD-DA14-DEFA-1EFC8A223FAE}"/>
              </a:ext>
            </a:extLst>
          </p:cNvPr>
          <p:cNvSpPr txBox="1"/>
          <p:nvPr/>
        </p:nvSpPr>
        <p:spPr>
          <a:xfrm>
            <a:off x="481108" y="433019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3D8C7DB-9420-9702-BA43-DEBBB210B076}"/>
              </a:ext>
            </a:extLst>
          </p:cNvPr>
          <p:cNvSpPr txBox="1"/>
          <p:nvPr/>
        </p:nvSpPr>
        <p:spPr>
          <a:xfrm>
            <a:off x="499156" y="525887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2202019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A24A-505D-0B01-A91D-DD40B361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425AEEC3-A08A-11D3-847A-4E2F16F22990}"/>
              </a:ext>
            </a:extLst>
          </p:cNvPr>
          <p:cNvSpPr/>
          <p:nvPr/>
        </p:nvSpPr>
        <p:spPr>
          <a:xfrm>
            <a:off x="5687572" y="4486751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4E7E16E4-3FF7-5B92-3DEF-58306C105E0E}"/>
              </a:ext>
            </a:extLst>
          </p:cNvPr>
          <p:cNvSpPr/>
          <p:nvPr/>
        </p:nvSpPr>
        <p:spPr>
          <a:xfrm>
            <a:off x="5690456" y="3998718"/>
            <a:ext cx="2758794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0BFADFF8-CBDC-D603-2957-78614293575B}"/>
              </a:ext>
            </a:extLst>
          </p:cNvPr>
          <p:cNvSpPr/>
          <p:nvPr/>
        </p:nvSpPr>
        <p:spPr>
          <a:xfrm>
            <a:off x="5690455" y="3267566"/>
            <a:ext cx="2758793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056B4E2-FF4C-55CA-6C00-AB75A2E26D2E}"/>
              </a:ext>
            </a:extLst>
          </p:cNvPr>
          <p:cNvSpPr/>
          <p:nvPr/>
        </p:nvSpPr>
        <p:spPr>
          <a:xfrm>
            <a:off x="5687569" y="2253423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314EC8-DA40-8438-9117-B00841B7A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3" r="29541" b="67922"/>
          <a:stretch>
            <a:fillRect/>
          </a:stretch>
        </p:blipFill>
        <p:spPr>
          <a:xfrm>
            <a:off x="2969540" y="2031105"/>
            <a:ext cx="2160727" cy="7156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7FD28C3-7DA3-419D-6D30-5597D8689C84}"/>
              </a:ext>
            </a:extLst>
          </p:cNvPr>
          <p:cNvSpPr/>
          <p:nvPr/>
        </p:nvSpPr>
        <p:spPr>
          <a:xfrm>
            <a:off x="2993873" y="2050985"/>
            <a:ext cx="2136395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DB5540-F765-864B-095C-4F77D5FB19A4}"/>
              </a:ext>
            </a:extLst>
          </p:cNvPr>
          <p:cNvGrpSpPr/>
          <p:nvPr/>
        </p:nvGrpSpPr>
        <p:grpSpPr>
          <a:xfrm>
            <a:off x="2969543" y="4199062"/>
            <a:ext cx="2160725" cy="715618"/>
            <a:chOff x="1416806" y="3057939"/>
            <a:chExt cx="2160725" cy="7156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543DE5-3618-FF1A-CB76-F28FD413C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908" r="32680" b="52658"/>
            <a:stretch>
              <a:fillRect/>
            </a:stretch>
          </p:blipFill>
          <p:spPr>
            <a:xfrm>
              <a:off x="1416806" y="3057939"/>
              <a:ext cx="2064472" cy="71561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7F515F-2DCD-7A9F-C3A8-0F6581143568}"/>
                </a:ext>
              </a:extLst>
            </p:cNvPr>
            <p:cNvSpPr/>
            <p:nvPr/>
          </p:nvSpPr>
          <p:spPr>
            <a:xfrm>
              <a:off x="1441138" y="3101009"/>
              <a:ext cx="2136393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C0A65FA-343D-8D6B-6305-72DCAD89E97B}"/>
              </a:ext>
            </a:extLst>
          </p:cNvPr>
          <p:cNvGrpSpPr/>
          <p:nvPr/>
        </p:nvGrpSpPr>
        <p:grpSpPr>
          <a:xfrm>
            <a:off x="2969540" y="3029786"/>
            <a:ext cx="2160727" cy="708991"/>
            <a:chOff x="4711607" y="5353878"/>
            <a:chExt cx="2160727" cy="7089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C72F61-5F8C-D330-1687-20E31EEA0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9662" r="30335"/>
            <a:stretch>
              <a:fillRect/>
            </a:stretch>
          </p:blipFill>
          <p:spPr>
            <a:xfrm>
              <a:off x="4711607" y="5353878"/>
              <a:ext cx="2136396" cy="70899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3CE8B2-2245-EF16-EFA0-ADB1B91B27C7}"/>
                </a:ext>
              </a:extLst>
            </p:cNvPr>
            <p:cNvSpPr/>
            <p:nvPr/>
          </p:nvSpPr>
          <p:spPr>
            <a:xfrm>
              <a:off x="4735939" y="5370443"/>
              <a:ext cx="2136395" cy="337930"/>
            </a:xfrm>
            <a:prstGeom prst="rect">
              <a:avLst/>
            </a:prstGeom>
            <a:noFill/>
            <a:ln w="44450">
              <a:solidFill>
                <a:srgbClr val="2D81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9F9705-E379-16E8-08C7-923075E0DC40}"/>
              </a:ext>
            </a:extLst>
          </p:cNvPr>
          <p:cNvCxnSpPr>
            <a:cxnSpLocks/>
          </p:cNvCxnSpPr>
          <p:nvPr/>
        </p:nvCxnSpPr>
        <p:spPr>
          <a:xfrm>
            <a:off x="5130268" y="2441923"/>
            <a:ext cx="568589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B14FD8-A25D-8B5E-58EF-AD37FC29437F}"/>
              </a:ext>
            </a:extLst>
          </p:cNvPr>
          <p:cNvCxnSpPr>
            <a:cxnSpLocks/>
          </p:cNvCxnSpPr>
          <p:nvPr/>
        </p:nvCxnSpPr>
        <p:spPr>
          <a:xfrm>
            <a:off x="5130268" y="463735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E30B6C-88F2-B1AC-5E56-26373F9A6403}"/>
              </a:ext>
            </a:extLst>
          </p:cNvPr>
          <p:cNvCxnSpPr>
            <a:cxnSpLocks/>
          </p:cNvCxnSpPr>
          <p:nvPr/>
        </p:nvCxnSpPr>
        <p:spPr>
          <a:xfrm>
            <a:off x="5130267" y="4186474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4D45B16-F3E0-FBAF-DCAD-101D20BC2103}"/>
              </a:ext>
            </a:extLst>
          </p:cNvPr>
          <p:cNvSpPr/>
          <p:nvPr/>
        </p:nvSpPr>
        <p:spPr>
          <a:xfrm>
            <a:off x="481104" y="1641535"/>
            <a:ext cx="8151543" cy="112506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F5C498F-D980-D4B2-A90C-376C91545922}"/>
              </a:ext>
            </a:extLst>
          </p:cNvPr>
          <p:cNvCxnSpPr>
            <a:cxnSpLocks/>
          </p:cNvCxnSpPr>
          <p:nvPr/>
        </p:nvCxnSpPr>
        <p:spPr>
          <a:xfrm>
            <a:off x="5130268" y="3369914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3F67216-4CC6-32BE-9981-41BF42F40D89}"/>
              </a:ext>
            </a:extLst>
          </p:cNvPr>
          <p:cNvSpPr txBox="1"/>
          <p:nvPr/>
        </p:nvSpPr>
        <p:spPr>
          <a:xfrm>
            <a:off x="5672524" y="2265032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eflags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(V’- %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4CF4BC-027B-B4D4-CAFB-989E724E6D9E}"/>
              </a:ext>
            </a:extLst>
          </p:cNvPr>
          <p:cNvSpPr txBox="1"/>
          <p:nvPr/>
        </p:nvSpPr>
        <p:spPr>
          <a:xfrm>
            <a:off x="5707939" y="3264548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(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^ V) ^ V’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0EB1BE-1A89-ABE6-6AC9-72233942E777}"/>
              </a:ext>
            </a:extLst>
          </p:cNvPr>
          <p:cNvSpPr txBox="1"/>
          <p:nvPr/>
        </p:nvSpPr>
        <p:spPr>
          <a:xfrm>
            <a:off x="5713784" y="4468605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&lt;&lt; V’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5091D3-AF58-0541-0BCB-3D1576D1A769}"/>
              </a:ext>
            </a:extLst>
          </p:cNvPr>
          <p:cNvSpPr txBox="1"/>
          <p:nvPr/>
        </p:nvSpPr>
        <p:spPr>
          <a:xfrm>
            <a:off x="5713784" y="4002357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rax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D022C0-537D-C7FE-84C3-0596FFCB3EB5}"/>
              </a:ext>
            </a:extLst>
          </p:cNvPr>
          <p:cNvSpPr txBox="1"/>
          <p:nvPr/>
        </p:nvSpPr>
        <p:spPr>
          <a:xfrm>
            <a:off x="500355" y="210294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2C1CE6-5243-7C9E-CBF5-CED76DB08747}"/>
              </a:ext>
            </a:extLst>
          </p:cNvPr>
          <p:cNvSpPr txBox="1"/>
          <p:nvPr/>
        </p:nvSpPr>
        <p:spPr>
          <a:xfrm>
            <a:off x="493424" y="315398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7D3DDE-20CD-E9DC-D1C2-B4EE989E86C4}"/>
              </a:ext>
            </a:extLst>
          </p:cNvPr>
          <p:cNvSpPr txBox="1"/>
          <p:nvPr/>
        </p:nvSpPr>
        <p:spPr>
          <a:xfrm>
            <a:off x="496874" y="417975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B17E62-0065-D46F-B02A-4F9D6A552EE1}"/>
              </a:ext>
            </a:extLst>
          </p:cNvPr>
          <p:cNvSpPr/>
          <p:nvPr/>
        </p:nvSpPr>
        <p:spPr>
          <a:xfrm>
            <a:off x="481103" y="2770241"/>
            <a:ext cx="8151543" cy="109202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3F2D93-502A-85D6-7A03-AA71593170B5}"/>
              </a:ext>
            </a:extLst>
          </p:cNvPr>
          <p:cNvSpPr/>
          <p:nvPr/>
        </p:nvSpPr>
        <p:spPr>
          <a:xfrm>
            <a:off x="481102" y="3865961"/>
            <a:ext cx="8151543" cy="110435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41171A-2EC8-CF5A-A98F-9B27AE405CCF}"/>
                  </a:ext>
                </a:extLst>
              </p:cNvPr>
              <p:cNvSpPr txBox="1"/>
              <p:nvPr/>
            </p:nvSpPr>
            <p:spPr>
              <a:xfrm>
                <a:off x="569017" y="1682849"/>
                <a:ext cx="29482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eflags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cmp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(V - %</a:t>
                </a:r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41171A-2EC8-CF5A-A98F-9B27AE405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17" y="1682849"/>
                <a:ext cx="2948243" cy="338554"/>
              </a:xfrm>
              <a:prstGeom prst="rect">
                <a:avLst/>
              </a:prstGeom>
              <a:blipFill>
                <a:blip r:embed="rId3"/>
                <a:stretch>
                  <a:fillRect l="-858" t="-3571" r="-429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16E0CF-1473-7B0C-998B-F9928708BA8A}"/>
                  </a:ext>
                </a:extLst>
              </p:cNvPr>
              <p:cNvSpPr txBox="1"/>
              <p:nvPr/>
            </p:nvSpPr>
            <p:spPr>
              <a:xfrm>
                <a:off x="901138" y="3029502"/>
                <a:ext cx="19607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eax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^ V)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16E0CF-1473-7B0C-998B-F9928708B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38" y="3029502"/>
                <a:ext cx="1960793" cy="338554"/>
              </a:xfrm>
              <a:prstGeom prst="rect">
                <a:avLst/>
              </a:prstGeom>
              <a:blipFill>
                <a:blip r:embed="rId4"/>
                <a:stretch>
                  <a:fillRect l="-1935" t="-3571" r="-645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640DF6-7B77-372E-7C87-54FA9E96E54A}"/>
                  </a:ext>
                </a:extLst>
              </p:cNvPr>
              <p:cNvSpPr txBox="1"/>
              <p:nvPr/>
            </p:nvSpPr>
            <p:spPr>
              <a:xfrm>
                <a:off x="935075" y="4240174"/>
                <a:ext cx="19607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rax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</a:t>
                </a:r>
                <a:r>
                  <a:rPr lang="en-US" sz="1600" dirty="0" err="1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rax</a:t>
                </a:r>
                <a:r>
                  <a:rPr lang="en-US" sz="16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 &lt;&lt; V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640DF6-7B77-372E-7C87-54FA9E96E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75" y="4240174"/>
                <a:ext cx="1960793" cy="338554"/>
              </a:xfrm>
              <a:prstGeom prst="rect">
                <a:avLst/>
              </a:prstGeom>
              <a:blipFill>
                <a:blip r:embed="rId5"/>
                <a:stretch>
                  <a:fillRect l="-128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5">
            <a:extLst>
              <a:ext uri="{FF2B5EF4-FFF2-40B4-BE49-F238E27FC236}">
                <a16:creationId xmlns:a16="http://schemas.microsoft.com/office/drawing/2014/main" id="{CC68A25D-D9E8-C4B3-AEE0-93685E2A9E7D}"/>
              </a:ext>
            </a:extLst>
          </p:cNvPr>
          <p:cNvSpPr/>
          <p:nvPr/>
        </p:nvSpPr>
        <p:spPr>
          <a:xfrm>
            <a:off x="991614" y="4270951"/>
            <a:ext cx="1834802" cy="276999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8" name="矩形 5">
            <a:extLst>
              <a:ext uri="{FF2B5EF4-FFF2-40B4-BE49-F238E27FC236}">
                <a16:creationId xmlns:a16="http://schemas.microsoft.com/office/drawing/2014/main" id="{0995E428-7E08-CA3C-C5F6-6F418FCF4559}"/>
              </a:ext>
            </a:extLst>
          </p:cNvPr>
          <p:cNvSpPr/>
          <p:nvPr/>
        </p:nvSpPr>
        <p:spPr>
          <a:xfrm>
            <a:off x="951340" y="3076844"/>
            <a:ext cx="1834802" cy="276999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0" name="矩形 5">
            <a:extLst>
              <a:ext uri="{FF2B5EF4-FFF2-40B4-BE49-F238E27FC236}">
                <a16:creationId xmlns:a16="http://schemas.microsoft.com/office/drawing/2014/main" id="{F0FBE361-5769-C231-E04C-41F0E7BFC9CE}"/>
              </a:ext>
            </a:extLst>
          </p:cNvPr>
          <p:cNvSpPr/>
          <p:nvPr/>
        </p:nvSpPr>
        <p:spPr>
          <a:xfrm>
            <a:off x="563771" y="1701289"/>
            <a:ext cx="2948243" cy="276999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125D9A-B08B-C4A8-EDFB-DD3F930A7BAA}"/>
              </a:ext>
            </a:extLst>
          </p:cNvPr>
          <p:cNvCxnSpPr>
            <a:cxnSpLocks/>
          </p:cNvCxnSpPr>
          <p:nvPr/>
        </p:nvCxnSpPr>
        <p:spPr>
          <a:xfrm>
            <a:off x="5189397" y="5287590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BEEE822-59F0-68A6-98CD-0844C7AB0259}"/>
              </a:ext>
            </a:extLst>
          </p:cNvPr>
          <p:cNvSpPr/>
          <p:nvPr/>
        </p:nvSpPr>
        <p:spPr>
          <a:xfrm>
            <a:off x="5767530" y="5139589"/>
            <a:ext cx="684380" cy="292780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矩形 5">
            <a:extLst>
              <a:ext uri="{FF2B5EF4-FFF2-40B4-BE49-F238E27FC236}">
                <a16:creationId xmlns:a16="http://schemas.microsoft.com/office/drawing/2014/main" id="{DE3744CA-6998-B4FB-3976-3491B9E9AB34}"/>
              </a:ext>
            </a:extLst>
          </p:cNvPr>
          <p:cNvSpPr/>
          <p:nvPr/>
        </p:nvSpPr>
        <p:spPr>
          <a:xfrm>
            <a:off x="1030316" y="5137276"/>
            <a:ext cx="640160" cy="276999"/>
          </a:xfrm>
          <a:prstGeom prst="rect">
            <a:avLst/>
          </a:prstGeom>
          <a:noFill/>
          <a:ln w="25400">
            <a:solidFill>
              <a:srgbClr val="FF517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4FDCC-C09C-AC59-829B-4685F255CF99}"/>
              </a:ext>
            </a:extLst>
          </p:cNvPr>
          <p:cNvSpPr txBox="1"/>
          <p:nvPr/>
        </p:nvSpPr>
        <p:spPr>
          <a:xfrm>
            <a:off x="1809682" y="5114429"/>
            <a:ext cx="201670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recovered expression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7C1429-2ECF-92F6-C301-4B938800FA0F}"/>
              </a:ext>
            </a:extLst>
          </p:cNvPr>
          <p:cNvSpPr txBox="1"/>
          <p:nvPr/>
        </p:nvSpPr>
        <p:spPr>
          <a:xfrm>
            <a:off x="6591116" y="5153470"/>
            <a:ext cx="13531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SIE Indirection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F0E6EF-FF74-13C2-AB1F-EAF90480E2FA}"/>
              </a:ext>
            </a:extLst>
          </p:cNvPr>
          <p:cNvSpPr/>
          <p:nvPr/>
        </p:nvSpPr>
        <p:spPr>
          <a:xfrm>
            <a:off x="4070316" y="5153470"/>
            <a:ext cx="562568" cy="260805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544FA-196B-EEC1-BB37-52888083D3D6}"/>
              </a:ext>
            </a:extLst>
          </p:cNvPr>
          <p:cNvSpPr txBox="1"/>
          <p:nvPr/>
        </p:nvSpPr>
        <p:spPr>
          <a:xfrm>
            <a:off x="4697780" y="5153470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CS</a:t>
            </a:r>
          </a:p>
        </p:txBody>
      </p:sp>
    </p:spTree>
    <p:extLst>
      <p:ext uri="{BB962C8B-B14F-4D97-AF65-F5344CB8AC3E}">
        <p14:creationId xmlns:p14="http://schemas.microsoft.com/office/powerpoint/2010/main" val="923536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2A1856-FC7E-2664-1BC6-94FE8FBC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A7F81-B985-727A-A7D6-34BE1B89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122" y="1393901"/>
            <a:ext cx="4475303" cy="449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00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4A915991-4997-3F84-EC87-F0313873F3F3}"/>
              </a:ext>
            </a:extLst>
          </p:cNvPr>
          <p:cNvSpPr/>
          <p:nvPr/>
        </p:nvSpPr>
        <p:spPr>
          <a:xfrm>
            <a:off x="4158373" y="3053521"/>
            <a:ext cx="5059434" cy="1072045"/>
          </a:xfrm>
          <a:prstGeom prst="rect">
            <a:avLst/>
          </a:prstGeom>
          <a:solidFill>
            <a:srgbClr val="FF517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C52DD9B-1B5F-49F2-5028-C2385D89C093}"/>
              </a:ext>
            </a:extLst>
          </p:cNvPr>
          <p:cNvCxnSpPr>
            <a:cxnSpLocks/>
          </p:cNvCxnSpPr>
          <p:nvPr/>
        </p:nvCxnSpPr>
        <p:spPr>
          <a:xfrm flipH="1" flipV="1">
            <a:off x="4158373" y="3923172"/>
            <a:ext cx="2984291" cy="3915"/>
          </a:xfrm>
          <a:prstGeom prst="line">
            <a:avLst/>
          </a:prstGeom>
          <a:ln w="31750">
            <a:solidFill>
              <a:schemeClr val="accent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7A8FF8-3030-8554-CCF0-13446E3E41FC}"/>
              </a:ext>
            </a:extLst>
          </p:cNvPr>
          <p:cNvCxnSpPr>
            <a:cxnSpLocks/>
          </p:cNvCxnSpPr>
          <p:nvPr/>
        </p:nvCxnSpPr>
        <p:spPr>
          <a:xfrm>
            <a:off x="4070409" y="4799122"/>
            <a:ext cx="5207406" cy="0"/>
          </a:xfrm>
          <a:prstGeom prst="line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9CA6E7-DEC6-3C36-C9F3-A1F8486208C6}"/>
              </a:ext>
            </a:extLst>
          </p:cNvPr>
          <p:cNvSpPr txBox="1"/>
          <p:nvPr/>
        </p:nvSpPr>
        <p:spPr>
          <a:xfrm>
            <a:off x="9217807" y="4580626"/>
            <a:ext cx="107694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Stronger Guarantees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B729D-4A52-0A7D-1242-F636FBC82E9C}"/>
              </a:ext>
            </a:extLst>
          </p:cNvPr>
          <p:cNvSpPr txBox="1"/>
          <p:nvPr/>
        </p:nvSpPr>
        <p:spPr>
          <a:xfrm>
            <a:off x="4298054" y="4987133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Version Atomicity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F4AB1-0750-838C-B31E-B6211A999222}"/>
              </a:ext>
            </a:extLst>
          </p:cNvPr>
          <p:cNvSpPr txBox="1"/>
          <p:nvPr/>
        </p:nvSpPr>
        <p:spPr>
          <a:xfrm>
            <a:off x="6172345" y="4857246"/>
            <a:ext cx="193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Version Atomicity &amp;</a:t>
            </a:r>
          </a:p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Side Effect Safety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25C0B-AC95-F799-E9CC-A32D000D1DC8}"/>
              </a:ext>
            </a:extLst>
          </p:cNvPr>
          <p:cNvCxnSpPr>
            <a:cxnSpLocks/>
          </p:cNvCxnSpPr>
          <p:nvPr/>
        </p:nvCxnSpPr>
        <p:spPr>
          <a:xfrm flipV="1">
            <a:off x="4173136" y="2800848"/>
            <a:ext cx="0" cy="1990945"/>
          </a:xfrm>
          <a:prstGeom prst="line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FEF5F2-C16F-676E-DE13-44FE3DE8C8D0}"/>
              </a:ext>
            </a:extLst>
          </p:cNvPr>
          <p:cNvSpPr txBox="1"/>
          <p:nvPr/>
        </p:nvSpPr>
        <p:spPr>
          <a:xfrm>
            <a:off x="3245004" y="2549299"/>
            <a:ext cx="176862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Transition Unit Size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B9ED91-36AA-D586-A61E-41BB12A907FB}"/>
              </a:ext>
            </a:extLst>
          </p:cNvPr>
          <p:cNvCxnSpPr>
            <a:cxnSpLocks/>
          </p:cNvCxnSpPr>
          <p:nvPr/>
        </p:nvCxnSpPr>
        <p:spPr>
          <a:xfrm flipH="1" flipV="1">
            <a:off x="4172945" y="4317676"/>
            <a:ext cx="2969377" cy="9084"/>
          </a:xfrm>
          <a:prstGeom prst="line">
            <a:avLst/>
          </a:prstGeom>
          <a:ln w="31750">
            <a:solidFill>
              <a:srgbClr val="2D81F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0F6C680-99DA-C558-F1D7-2B243C1BAAFE}"/>
              </a:ext>
            </a:extLst>
          </p:cNvPr>
          <p:cNvSpPr/>
          <p:nvPr/>
        </p:nvSpPr>
        <p:spPr>
          <a:xfrm>
            <a:off x="4996276" y="4261800"/>
            <a:ext cx="223024" cy="1155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BA1FC2-EB8C-42C7-E3FA-CDFDBEAFFACE}"/>
              </a:ext>
            </a:extLst>
          </p:cNvPr>
          <p:cNvCxnSpPr>
            <a:cxnSpLocks/>
          </p:cNvCxnSpPr>
          <p:nvPr/>
        </p:nvCxnSpPr>
        <p:spPr>
          <a:xfrm flipV="1">
            <a:off x="5107788" y="3060691"/>
            <a:ext cx="0" cy="1258899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C264AA7-9CAB-84BE-C0E0-732FC03A7A01}"/>
              </a:ext>
            </a:extLst>
          </p:cNvPr>
          <p:cNvSpPr/>
          <p:nvPr/>
        </p:nvSpPr>
        <p:spPr>
          <a:xfrm>
            <a:off x="7030811" y="3865382"/>
            <a:ext cx="223024" cy="1155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152987-CCA2-4CF1-9C0E-D8C7A4040F2B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7142323" y="3049188"/>
            <a:ext cx="191" cy="816194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B1391C-93F0-802E-9E86-CCDC3DD96C7B}"/>
              </a:ext>
            </a:extLst>
          </p:cNvPr>
          <p:cNvCxnSpPr>
            <a:cxnSpLocks/>
          </p:cNvCxnSpPr>
          <p:nvPr/>
        </p:nvCxnSpPr>
        <p:spPr>
          <a:xfrm flipH="1">
            <a:off x="4172945" y="3060691"/>
            <a:ext cx="2972242" cy="0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FD37096-1D94-79CB-DD0D-E8F4E93E0844}"/>
              </a:ext>
            </a:extLst>
          </p:cNvPr>
          <p:cNvSpPr txBox="1"/>
          <p:nvPr/>
        </p:nvSpPr>
        <p:spPr>
          <a:xfrm>
            <a:off x="3308443" y="2838291"/>
            <a:ext cx="83676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Max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</a:b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(Full Sys)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D38E334-1EDC-18CF-239D-8BA4BF8D9D22}"/>
              </a:ext>
            </a:extLst>
          </p:cNvPr>
          <p:cNvCxnSpPr>
            <a:cxnSpLocks/>
          </p:cNvCxnSpPr>
          <p:nvPr/>
        </p:nvCxnSpPr>
        <p:spPr>
          <a:xfrm flipV="1">
            <a:off x="7142323" y="3992264"/>
            <a:ext cx="0" cy="281491"/>
          </a:xfrm>
          <a:prstGeom prst="line">
            <a:avLst/>
          </a:prstGeom>
          <a:ln w="22225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6FD5921-012A-2251-A3EF-C029E99E9461}"/>
              </a:ext>
            </a:extLst>
          </p:cNvPr>
          <p:cNvCxnSpPr>
            <a:cxnSpLocks/>
          </p:cNvCxnSpPr>
          <p:nvPr/>
        </p:nvCxnSpPr>
        <p:spPr>
          <a:xfrm flipV="1">
            <a:off x="5107788" y="4399682"/>
            <a:ext cx="0" cy="361889"/>
          </a:xfrm>
          <a:prstGeom prst="line">
            <a:avLst/>
          </a:prstGeom>
          <a:ln w="22225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4FE8DED-CC22-C137-7287-8CBB16C31EC7}"/>
              </a:ext>
            </a:extLst>
          </p:cNvPr>
          <p:cNvSpPr txBox="1"/>
          <p:nvPr/>
        </p:nvSpPr>
        <p:spPr>
          <a:xfrm>
            <a:off x="3890082" y="4675118"/>
            <a:ext cx="12824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8A6177F-C418-31E0-AC1E-880280796A56}"/>
              </a:ext>
            </a:extLst>
          </p:cNvPr>
          <p:cNvSpPr txBox="1"/>
          <p:nvPr/>
        </p:nvSpPr>
        <p:spPr>
          <a:xfrm>
            <a:off x="7276474" y="2994451"/>
            <a:ext cx="1968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5172"/>
                </a:solidFill>
              </a:rPr>
              <a:t>A transition unit </a:t>
            </a:r>
          </a:p>
          <a:p>
            <a:pPr algn="ctr"/>
            <a:r>
              <a:rPr lang="en-US" dirty="0">
                <a:solidFill>
                  <a:srgbClr val="FF5172"/>
                </a:solidFill>
              </a:rPr>
              <a:t>can callout, so</a:t>
            </a:r>
          </a:p>
          <a:p>
            <a:pPr algn="ctr"/>
            <a:r>
              <a:rPr lang="en-US" dirty="0">
                <a:solidFill>
                  <a:srgbClr val="FF5172"/>
                </a:solidFill>
              </a:rPr>
              <a:t>stack inspection </a:t>
            </a:r>
          </a:p>
          <a:p>
            <a:pPr algn="ctr"/>
            <a:r>
              <a:rPr lang="en-US" dirty="0">
                <a:solidFill>
                  <a:srgbClr val="FF5172"/>
                </a:solidFill>
              </a:rPr>
              <a:t>is needed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0D482F8-5783-08C9-61BC-854C124E9A35}"/>
              </a:ext>
            </a:extLst>
          </p:cNvPr>
          <p:cNvCxnSpPr>
            <a:cxnSpLocks/>
          </p:cNvCxnSpPr>
          <p:nvPr/>
        </p:nvCxnSpPr>
        <p:spPr>
          <a:xfrm flipV="1">
            <a:off x="5107596" y="4777883"/>
            <a:ext cx="0" cy="45720"/>
          </a:xfrm>
          <a:prstGeom prst="line">
            <a:avLst/>
          </a:prstGeom>
          <a:ln w="476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28BFF10-7963-1A21-47D4-69406ACEA3F7}"/>
              </a:ext>
            </a:extLst>
          </p:cNvPr>
          <p:cNvCxnSpPr>
            <a:cxnSpLocks/>
          </p:cNvCxnSpPr>
          <p:nvPr/>
        </p:nvCxnSpPr>
        <p:spPr>
          <a:xfrm flipV="1">
            <a:off x="7141464" y="4778298"/>
            <a:ext cx="0" cy="45720"/>
          </a:xfrm>
          <a:prstGeom prst="line">
            <a:avLst/>
          </a:prstGeom>
          <a:ln w="476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983B919-5461-9CE4-CEFA-DCD670E0626F}"/>
              </a:ext>
            </a:extLst>
          </p:cNvPr>
          <p:cNvCxnSpPr>
            <a:cxnSpLocks/>
          </p:cNvCxnSpPr>
          <p:nvPr/>
        </p:nvCxnSpPr>
        <p:spPr>
          <a:xfrm flipV="1">
            <a:off x="9438591" y="3297339"/>
            <a:ext cx="0" cy="844755"/>
          </a:xfrm>
          <a:prstGeom prst="line">
            <a:avLst/>
          </a:prstGeom>
          <a:ln w="73025">
            <a:solidFill>
              <a:schemeClr val="bg2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5C478A-B29D-DD91-9375-64DB29C08AE7}"/>
              </a:ext>
            </a:extLst>
          </p:cNvPr>
          <p:cNvSpPr txBox="1"/>
          <p:nvPr/>
        </p:nvSpPr>
        <p:spPr>
          <a:xfrm>
            <a:off x="9406254" y="3380821"/>
            <a:ext cx="114377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Transition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Time Increase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219DF55-E740-94DE-825D-13148556CCBC}"/>
              </a:ext>
            </a:extLst>
          </p:cNvPr>
          <p:cNvSpPr txBox="1"/>
          <p:nvPr/>
        </p:nvSpPr>
        <p:spPr>
          <a:xfrm>
            <a:off x="6634549" y="362403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25CD94F-DD6B-90EE-D805-46175382D150}"/>
              </a:ext>
            </a:extLst>
          </p:cNvPr>
          <p:cNvSpPr txBox="1"/>
          <p:nvPr/>
        </p:nvSpPr>
        <p:spPr>
          <a:xfrm>
            <a:off x="4594101" y="39966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D81FF"/>
                </a:solidFill>
              </a:rPr>
              <a:t>CS</a:t>
            </a:r>
          </a:p>
        </p:txBody>
      </p:sp>
    </p:spTree>
    <p:extLst>
      <p:ext uri="{BB962C8B-B14F-4D97-AF65-F5344CB8AC3E}">
        <p14:creationId xmlns:p14="http://schemas.microsoft.com/office/powerpoint/2010/main" val="2062732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48B764-ACDD-6E45-A913-502E68D9F527}"/>
              </a:ext>
            </a:extLst>
          </p:cNvPr>
          <p:cNvSpPr/>
          <p:nvPr/>
        </p:nvSpPr>
        <p:spPr>
          <a:xfrm>
            <a:off x="1946789" y="1887793"/>
            <a:ext cx="3392127" cy="221225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A0AF4B-C273-834F-BB1E-E3EA5055769D}"/>
              </a:ext>
            </a:extLst>
          </p:cNvPr>
          <p:cNvSpPr txBox="1"/>
          <p:nvPr/>
        </p:nvSpPr>
        <p:spPr>
          <a:xfrm>
            <a:off x="1946789" y="1435509"/>
            <a:ext cx="33362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foo() {</a:t>
            </a:r>
          </a:p>
          <a:p>
            <a:pPr lvl="1"/>
            <a:r>
              <a:rPr kumimoji="1" lang="en-US" altLang="zh-CN" sz="2400" dirty="0"/>
              <a:t>int x = 0;</a:t>
            </a:r>
          </a:p>
          <a:p>
            <a:pPr lvl="1"/>
            <a:r>
              <a:rPr kumimoji="1" lang="en-US" altLang="zh-CN" sz="2400" dirty="0"/>
              <a:t>x++;</a:t>
            </a:r>
          </a:p>
          <a:p>
            <a:pPr lvl="1"/>
            <a:r>
              <a:rPr kumimoji="1" lang="en-US" altLang="zh-CN" sz="2400" dirty="0" err="1"/>
              <a:t>baz</a:t>
            </a:r>
            <a:r>
              <a:rPr kumimoji="1" lang="en-US" altLang="zh-CN" sz="2400" dirty="0"/>
              <a:t>(); </a:t>
            </a:r>
            <a:r>
              <a:rPr kumimoji="1" lang="en-US" altLang="zh-CN" sz="2400" dirty="0">
                <a:sym typeface="Wingdings" pitchFamily="2" charset="2"/>
              </a:rPr>
              <a:t> exit</a:t>
            </a:r>
            <a:endParaRPr kumimoji="1" lang="en-US" altLang="zh-CN" sz="2400" dirty="0"/>
          </a:p>
          <a:p>
            <a:pPr lvl="1"/>
            <a:r>
              <a:rPr kumimoji="1" lang="en-US" altLang="zh-CN" sz="2400" dirty="0"/>
              <a:t>bar(&amp;x); </a:t>
            </a:r>
            <a:r>
              <a:rPr kumimoji="1" lang="en-US" altLang="zh-CN" sz="2400" dirty="0">
                <a:sym typeface="Wingdings" pitchFamily="2" charset="2"/>
              </a:rPr>
              <a:t> exit</a:t>
            </a:r>
            <a:endParaRPr kumimoji="1" lang="en-US" altLang="zh-CN" sz="2400" dirty="0"/>
          </a:p>
          <a:p>
            <a:pPr lvl="1"/>
            <a:r>
              <a:rPr kumimoji="1" lang="en-US" altLang="zh-CN" sz="2400" i="1" dirty="0">
                <a:sym typeface="Wingdings" pitchFamily="2" charset="2"/>
              </a:rPr>
              <a:t>lifetime of x ends</a:t>
            </a:r>
          </a:p>
          <a:p>
            <a:pPr lvl="1"/>
            <a:r>
              <a:rPr kumimoji="1" lang="en-US" altLang="zh-CN" sz="2400" i="1" dirty="0">
                <a:sym typeface="Wingdings" pitchFamily="2" charset="2"/>
              </a:rPr>
              <a:t>return;  exit</a:t>
            </a:r>
            <a:endParaRPr kumimoji="1" lang="en-US" altLang="zh-CN" sz="2400" i="1" dirty="0"/>
          </a:p>
          <a:p>
            <a:r>
              <a:rPr kumimoji="1" lang="en-US" altLang="zh-CN" sz="2400" dirty="0"/>
              <a:t>}</a:t>
            </a:r>
          </a:p>
          <a:p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09B505-B9EF-0841-A0FB-5659A42DCD14}"/>
              </a:ext>
            </a:extLst>
          </p:cNvPr>
          <p:cNvSpPr txBox="1"/>
          <p:nvPr/>
        </p:nvSpPr>
        <p:spPr>
          <a:xfrm>
            <a:off x="1946787" y="4350006"/>
            <a:ext cx="4414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bar(int *x) {</a:t>
            </a:r>
          </a:p>
          <a:p>
            <a:r>
              <a:rPr kumimoji="1" lang="en-US" altLang="zh-CN" sz="2400" dirty="0"/>
              <a:t>	x -= CONST;</a:t>
            </a:r>
          </a:p>
          <a:p>
            <a:r>
              <a:rPr kumimoji="1" lang="en-US" altLang="zh-CN" sz="2400" dirty="0"/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641D5B-4145-B440-86BE-5DC07F2766A8}"/>
              </a:ext>
            </a:extLst>
          </p:cNvPr>
          <p:cNvSpPr txBox="1"/>
          <p:nvPr/>
        </p:nvSpPr>
        <p:spPr>
          <a:xfrm>
            <a:off x="1809135" y="922989"/>
            <a:ext cx="3342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/>
              <a:t>Single-Entry, Multiple-Exit</a:t>
            </a:r>
            <a:endParaRPr kumimoji="1" lang="zh-CN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853802-8A99-5F88-D39B-826C80FCCAF9}"/>
              </a:ext>
            </a:extLst>
          </p:cNvPr>
          <p:cNvSpPr txBox="1"/>
          <p:nvPr/>
        </p:nvSpPr>
        <p:spPr>
          <a:xfrm>
            <a:off x="4140647" y="5263259"/>
            <a:ext cx="3928733" cy="523220"/>
          </a:xfrm>
          <a:prstGeom prst="rect">
            <a:avLst/>
          </a:prstGeom>
          <a:solidFill>
            <a:srgbClr val="FF5172"/>
          </a:solidFill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677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C337D-DA3C-F294-355B-5C9322F6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25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AAC281-C0CA-5D46-CD77-59119C08B9AF}"/>
              </a:ext>
            </a:extLst>
          </p:cNvPr>
          <p:cNvGrpSpPr/>
          <p:nvPr/>
        </p:nvGrpSpPr>
        <p:grpSpPr>
          <a:xfrm>
            <a:off x="1592963" y="883706"/>
            <a:ext cx="7878600" cy="5023080"/>
            <a:chOff x="1592963" y="883706"/>
            <a:chExt cx="7878600" cy="50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DE008A-E9AE-7483-B45A-D719389032CB}"/>
                    </a:ext>
                  </a:extLst>
                </p14:cNvPr>
                <p14:cNvContentPartPr/>
                <p14:nvPr/>
              </p14:nvContentPartPr>
              <p14:xfrm>
                <a:off x="1662083" y="1232906"/>
                <a:ext cx="200520" cy="2427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DE008A-E9AE-7483-B45A-D719389032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5963" y="1226785"/>
                  <a:ext cx="212760" cy="2439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62D213-F7CE-0956-0DB9-DA9ABC89BCAB}"/>
                    </a:ext>
                  </a:extLst>
                </p14:cNvPr>
                <p14:cNvContentPartPr/>
                <p14:nvPr/>
              </p14:nvContentPartPr>
              <p14:xfrm>
                <a:off x="1662083" y="3660026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62D213-F7CE-0956-0DB9-DA9ABC89BC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5963" y="365390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CFF3F0-8F6B-CAF5-7094-17E1A145665A}"/>
                    </a:ext>
                  </a:extLst>
                </p14:cNvPr>
                <p14:cNvContentPartPr/>
                <p14:nvPr/>
              </p14:nvContentPartPr>
              <p14:xfrm>
                <a:off x="1651643" y="3588026"/>
                <a:ext cx="7593120" cy="17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CFF3F0-8F6B-CAF5-7094-17E1A14566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45523" y="3581906"/>
                  <a:ext cx="7605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03FB22-925D-209F-ADF5-F2BB4F7249DB}"/>
                    </a:ext>
                  </a:extLst>
                </p14:cNvPr>
                <p14:cNvContentPartPr/>
                <p14:nvPr/>
              </p14:nvContentPartPr>
              <p14:xfrm>
                <a:off x="9001763" y="3669026"/>
                <a:ext cx="431640" cy="341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03FB22-925D-209F-ADF5-F2BB4F7249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95648" y="3662906"/>
                  <a:ext cx="44387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97C8A1-F971-DC4E-E9C2-91935ED56AB3}"/>
                    </a:ext>
                  </a:extLst>
                </p14:cNvPr>
                <p14:cNvContentPartPr/>
                <p14:nvPr/>
              </p14:nvContentPartPr>
              <p14:xfrm>
                <a:off x="1592963" y="886586"/>
                <a:ext cx="309240" cy="30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697C8A1-F971-DC4E-E9C2-91935ED56A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6843" y="880466"/>
                  <a:ext cx="321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9F657D-79D5-D8B9-94B0-890263E72D8D}"/>
                    </a:ext>
                  </a:extLst>
                </p14:cNvPr>
                <p14:cNvContentPartPr/>
                <p14:nvPr/>
              </p14:nvContentPartPr>
              <p14:xfrm>
                <a:off x="1897163" y="883706"/>
                <a:ext cx="451800" cy="32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9F657D-79D5-D8B9-94B0-890263E72D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1043" y="877579"/>
                  <a:ext cx="464040" cy="3394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25DCF7-A977-7492-DF99-BDF741EA652D}"/>
                    </a:ext>
                  </a:extLst>
                </p14:cNvPr>
                <p14:cNvContentPartPr/>
                <p14:nvPr/>
              </p14:nvContentPartPr>
              <p14:xfrm>
                <a:off x="1804643" y="993146"/>
                <a:ext cx="82440" cy="24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25DCF7-A977-7492-DF99-BDF741EA65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8523" y="987026"/>
                  <a:ext cx="94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588A48-2110-F2B1-F373-D2D2CF65C2BF}"/>
                    </a:ext>
                  </a:extLst>
                </p14:cNvPr>
                <p14:cNvContentPartPr/>
                <p14:nvPr/>
              </p14:nvContentPartPr>
              <p14:xfrm>
                <a:off x="8116163" y="4444826"/>
                <a:ext cx="512640" cy="64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588A48-2110-F2B1-F373-D2D2CF65C2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10039" y="4438740"/>
                  <a:ext cx="524889" cy="766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1235E4-BEE0-8231-2A46-046D97188EEE}"/>
                    </a:ext>
                  </a:extLst>
                </p14:cNvPr>
                <p14:cNvContentPartPr/>
                <p14:nvPr/>
              </p14:nvContentPartPr>
              <p14:xfrm>
                <a:off x="8198603" y="4253306"/>
                <a:ext cx="274680" cy="532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1235E4-BEE0-8231-2A46-046D97188E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92483" y="4247186"/>
                  <a:ext cx="2869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B1755BD-F67F-2A72-E541-1EBCFC8780C7}"/>
                    </a:ext>
                  </a:extLst>
                </p14:cNvPr>
                <p14:cNvContentPartPr/>
                <p14:nvPr/>
              </p14:nvContentPartPr>
              <p14:xfrm>
                <a:off x="8558603" y="4287506"/>
                <a:ext cx="10080" cy="72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B1755BD-F67F-2A72-E541-1EBCFC8780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52483" y="4281416"/>
                  <a:ext cx="22320" cy="841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62691C-CB88-39E5-A8EC-7BB72E67AECC}"/>
                    </a:ext>
                  </a:extLst>
                </p14:cNvPr>
                <p14:cNvContentPartPr/>
                <p14:nvPr/>
              </p14:nvContentPartPr>
              <p14:xfrm>
                <a:off x="8571203" y="4576586"/>
                <a:ext cx="446760" cy="227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62691C-CB88-39E5-A8EC-7BB72E67AE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65083" y="4570466"/>
                  <a:ext cx="4590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FA633F-6E49-402F-0E07-5E43FBA78922}"/>
                    </a:ext>
                  </a:extLst>
                </p14:cNvPr>
                <p14:cNvContentPartPr/>
                <p14:nvPr/>
              </p14:nvContentPartPr>
              <p14:xfrm>
                <a:off x="9212363" y="4587386"/>
                <a:ext cx="259200" cy="207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FA633F-6E49-402F-0E07-5E43FBA789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06234" y="4581266"/>
                  <a:ext cx="271457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25F6B3-6C18-48AA-E69F-7D77099C0734}"/>
                    </a:ext>
                  </a:extLst>
                </p14:cNvPr>
                <p14:cNvContentPartPr/>
                <p14:nvPr/>
              </p14:nvContentPartPr>
              <p14:xfrm>
                <a:off x="3936923" y="1267106"/>
                <a:ext cx="111240" cy="3211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25F6B3-6C18-48AA-E69F-7D77099C07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30803" y="1260986"/>
                  <a:ext cx="123480" cy="32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EC5FA2-D0F0-2128-3B30-5815A4349A81}"/>
                    </a:ext>
                  </a:extLst>
                </p14:cNvPr>
                <p14:cNvContentPartPr/>
                <p14:nvPr/>
              </p14:nvContentPartPr>
              <p14:xfrm>
                <a:off x="6733403" y="1335506"/>
                <a:ext cx="333360" cy="3220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EC5FA2-D0F0-2128-3B30-5815A4349A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7283" y="1329387"/>
                  <a:ext cx="345600" cy="3232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3B8B80-DC3D-A5E4-09E2-66796E4F19D0}"/>
                    </a:ext>
                  </a:extLst>
                </p14:cNvPr>
                <p14:cNvContentPartPr/>
                <p14:nvPr/>
              </p14:nvContentPartPr>
              <p14:xfrm>
                <a:off x="1621763" y="3702866"/>
                <a:ext cx="7483320" cy="2203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3B8B80-DC3D-A5E4-09E2-66796E4F19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15643" y="3696745"/>
                  <a:ext cx="7495560" cy="22161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CA398BE-E76B-98F0-0B9E-F8E90913FE08}"/>
              </a:ext>
            </a:extLst>
          </p:cNvPr>
          <p:cNvGrpSpPr/>
          <p:nvPr/>
        </p:nvGrpSpPr>
        <p:grpSpPr>
          <a:xfrm>
            <a:off x="571643" y="976586"/>
            <a:ext cx="778320" cy="635040"/>
            <a:chOff x="571643" y="976586"/>
            <a:chExt cx="77832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4F2A1D-1303-8079-0215-1DFEC0D0575A}"/>
                    </a:ext>
                  </a:extLst>
                </p14:cNvPr>
                <p14:cNvContentPartPr/>
                <p14:nvPr/>
              </p14:nvContentPartPr>
              <p14:xfrm>
                <a:off x="571643" y="976586"/>
                <a:ext cx="285840" cy="635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4F2A1D-1303-8079-0215-1DFEC0D057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5523" y="970466"/>
                  <a:ext cx="2980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EFA501-4C96-B96C-6BC8-4D1E46CF039D}"/>
                    </a:ext>
                  </a:extLst>
                </p14:cNvPr>
                <p14:cNvContentPartPr/>
                <p14:nvPr/>
              </p14:nvContentPartPr>
              <p14:xfrm>
                <a:off x="716723" y="1288706"/>
                <a:ext cx="265680" cy="240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EFA501-4C96-B96C-6BC8-4D1E46CF03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0603" y="1282595"/>
                  <a:ext cx="277920" cy="252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1642B3-B816-E65D-451E-F41F7663EDD9}"/>
                    </a:ext>
                  </a:extLst>
                </p14:cNvPr>
                <p14:cNvContentPartPr/>
                <p14:nvPr/>
              </p14:nvContentPartPr>
              <p14:xfrm>
                <a:off x="1100483" y="1091426"/>
                <a:ext cx="208080" cy="455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1642B3-B816-E65D-451E-F41F7663ED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4374" y="1085306"/>
                  <a:ext cx="220299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C0BD05-D6F6-FC10-36EA-D0EEE5595F28}"/>
                    </a:ext>
                  </a:extLst>
                </p14:cNvPr>
                <p14:cNvContentPartPr/>
                <p14:nvPr/>
              </p14:nvContentPartPr>
              <p14:xfrm>
                <a:off x="872243" y="1250186"/>
                <a:ext cx="477720" cy="49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C0BD05-D6F6-FC10-36EA-D0EEE5595F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6123" y="1244021"/>
                  <a:ext cx="489960" cy="6200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4016AC0-6965-86AE-EA6B-AC7AAF0A4844}"/>
              </a:ext>
            </a:extLst>
          </p:cNvPr>
          <p:cNvGrpSpPr/>
          <p:nvPr/>
        </p:nvGrpSpPr>
        <p:grpSpPr>
          <a:xfrm>
            <a:off x="319283" y="3751826"/>
            <a:ext cx="867240" cy="644760"/>
            <a:chOff x="319283" y="3751826"/>
            <a:chExt cx="86724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A907CE-9A83-88C2-4578-3693AFD0C5FC}"/>
                    </a:ext>
                  </a:extLst>
                </p14:cNvPr>
                <p14:cNvContentPartPr/>
                <p14:nvPr/>
              </p14:nvContentPartPr>
              <p14:xfrm>
                <a:off x="319283" y="3751826"/>
                <a:ext cx="408600" cy="57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A907CE-9A83-88C2-4578-3693AFD0C5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3163" y="3745706"/>
                  <a:ext cx="420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C006AF-0C8E-8A42-B7E6-F68D6106BDCF}"/>
                    </a:ext>
                  </a:extLst>
                </p14:cNvPr>
                <p14:cNvContentPartPr/>
                <p14:nvPr/>
              </p14:nvContentPartPr>
              <p14:xfrm>
                <a:off x="558683" y="3801866"/>
                <a:ext cx="15480" cy="59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C006AF-0C8E-8A42-B7E6-F68D6106BD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2417" y="3795746"/>
                  <a:ext cx="28011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76A64EE-68F8-459B-E9E4-1A54FF6EC0EE}"/>
                    </a:ext>
                  </a:extLst>
                </p14:cNvPr>
                <p14:cNvContentPartPr/>
                <p14:nvPr/>
              </p14:nvContentPartPr>
              <p14:xfrm>
                <a:off x="869363" y="3832466"/>
                <a:ext cx="18720" cy="410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76A64EE-68F8-459B-E9E4-1A54FF6EC0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3123" y="3826346"/>
                  <a:ext cx="312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1BEDEC-9DAE-88BD-06D3-FD5D11320CC6}"/>
                    </a:ext>
                  </a:extLst>
                </p14:cNvPr>
                <p14:cNvContentPartPr/>
                <p14:nvPr/>
              </p14:nvContentPartPr>
              <p14:xfrm>
                <a:off x="920123" y="3797546"/>
                <a:ext cx="266400" cy="29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1BEDEC-9DAE-88BD-06D3-FD5D11320C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3995" y="3791426"/>
                  <a:ext cx="278657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7B24F3-0351-A91B-2B38-1CE9B4136A9B}"/>
                    </a:ext>
                  </a:extLst>
                </p14:cNvPr>
                <p14:cNvContentPartPr/>
                <p14:nvPr/>
              </p14:nvContentPartPr>
              <p14:xfrm>
                <a:off x="869003" y="4163666"/>
                <a:ext cx="3600" cy="227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7B24F3-0351-A91B-2B38-1CE9B4136A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2203" y="4157536"/>
                  <a:ext cx="17200" cy="239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363F75-6893-0FA0-9409-8778EDA8628E}"/>
                    </a:ext>
                  </a:extLst>
                </p14:cNvPr>
                <p14:cNvContentPartPr/>
                <p14:nvPr/>
              </p14:nvContentPartPr>
              <p14:xfrm>
                <a:off x="890603" y="4068986"/>
                <a:ext cx="88920" cy="6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363F75-6893-0FA0-9409-8778EDA8628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4458" y="4062483"/>
                  <a:ext cx="101210" cy="1912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A7CD3AF-4E31-0946-3908-8B0F72EA00CD}"/>
                  </a:ext>
                </a:extLst>
              </p14:cNvPr>
              <p14:cNvContentPartPr/>
              <p14:nvPr/>
            </p14:nvContentPartPr>
            <p14:xfrm>
              <a:off x="9211283" y="725306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A7CD3AF-4E31-0946-3908-8B0F72EA00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5163" y="71918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EE9434-C8FD-8E09-A84D-26DFEA974160}"/>
                  </a:ext>
                </a:extLst>
              </p14:cNvPr>
              <p14:cNvContentPartPr/>
              <p14:nvPr/>
            </p14:nvContentPartPr>
            <p14:xfrm>
              <a:off x="8710883" y="894506"/>
              <a:ext cx="1388520" cy="20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EE9434-C8FD-8E09-A84D-26DFEA97416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704763" y="888490"/>
                <a:ext cx="1400760" cy="32913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34112626-3053-25C5-0EC8-66C6A5BE7831}"/>
              </a:ext>
            </a:extLst>
          </p:cNvPr>
          <p:cNvGrpSpPr/>
          <p:nvPr/>
        </p:nvGrpSpPr>
        <p:grpSpPr>
          <a:xfrm>
            <a:off x="10529963" y="800906"/>
            <a:ext cx="752040" cy="545040"/>
            <a:chOff x="10529963" y="800906"/>
            <a:chExt cx="75204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7464BE-A17C-F3CC-E6A7-1E2BB795DE1B}"/>
                    </a:ext>
                  </a:extLst>
                </p14:cNvPr>
                <p14:cNvContentPartPr/>
                <p14:nvPr/>
              </p14:nvContentPartPr>
              <p14:xfrm>
                <a:off x="10529963" y="800906"/>
                <a:ext cx="568800" cy="45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7464BE-A17C-F3CC-E6A7-1E2BB795DE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23847" y="794786"/>
                  <a:ext cx="581032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40BE877-7574-FFE8-0230-C6D009A0A624}"/>
                    </a:ext>
                  </a:extLst>
                </p14:cNvPr>
                <p14:cNvContentPartPr/>
                <p14:nvPr/>
              </p14:nvContentPartPr>
              <p14:xfrm>
                <a:off x="11246723" y="1067666"/>
                <a:ext cx="35280" cy="278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40BE877-7574-FFE8-0230-C6D009A0A62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240603" y="1061546"/>
                  <a:ext cx="4752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5924F9-2C2C-50DE-3E43-9BA09E05877F}"/>
              </a:ext>
            </a:extLst>
          </p:cNvPr>
          <p:cNvGrpSpPr/>
          <p:nvPr/>
        </p:nvGrpSpPr>
        <p:grpSpPr>
          <a:xfrm>
            <a:off x="8489483" y="1505066"/>
            <a:ext cx="3037320" cy="538200"/>
            <a:chOff x="8489483" y="1505066"/>
            <a:chExt cx="303732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E79E79F-C7B1-0B3D-1B22-68E09C1584F1}"/>
                    </a:ext>
                  </a:extLst>
                </p14:cNvPr>
                <p14:cNvContentPartPr/>
                <p14:nvPr/>
              </p14:nvContentPartPr>
              <p14:xfrm>
                <a:off x="8489483" y="1599026"/>
                <a:ext cx="1617840" cy="52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E79E79F-C7B1-0B3D-1B22-68E09C1584F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83362" y="1592948"/>
                  <a:ext cx="1630083" cy="64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2146A5-3290-2519-1360-76E771A1FA4E}"/>
                    </a:ext>
                  </a:extLst>
                </p14:cNvPr>
                <p14:cNvContentPartPr/>
                <p14:nvPr/>
              </p14:nvContentPartPr>
              <p14:xfrm>
                <a:off x="10495403" y="1505066"/>
                <a:ext cx="606240" cy="538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2146A5-3290-2519-1360-76E771A1FA4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489283" y="1498946"/>
                  <a:ext cx="6184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D251D6-80C1-C291-2282-7ABA99510577}"/>
                    </a:ext>
                  </a:extLst>
                </p14:cNvPr>
                <p14:cNvContentPartPr/>
                <p14:nvPr/>
              </p14:nvContentPartPr>
              <p14:xfrm>
                <a:off x="11023523" y="1835906"/>
                <a:ext cx="503280" cy="163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ED251D6-80C1-C291-2282-7ABA9951057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17403" y="1829786"/>
                  <a:ext cx="5155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24B5878-7027-EA4C-C578-C5F2278525DD}"/>
                  </a:ext>
                </a:extLst>
              </p14:cNvPr>
              <p14:cNvContentPartPr/>
              <p14:nvPr/>
            </p14:nvContentPartPr>
            <p14:xfrm>
              <a:off x="1668923" y="5694026"/>
              <a:ext cx="2222280" cy="75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24B5878-7027-EA4C-C578-C5F2278525D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662804" y="5687906"/>
                <a:ext cx="2234518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7FD8737-46A4-36BF-7F2E-14244C4F07A3}"/>
              </a:ext>
            </a:extLst>
          </p:cNvPr>
          <p:cNvGrpSpPr/>
          <p:nvPr/>
        </p:nvGrpSpPr>
        <p:grpSpPr>
          <a:xfrm>
            <a:off x="1674323" y="4511786"/>
            <a:ext cx="5093640" cy="949680"/>
            <a:chOff x="1674323" y="4511786"/>
            <a:chExt cx="5093640" cy="9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1F6E5E-D8F0-EEEE-F3BD-E8B88F2D1EDA}"/>
                    </a:ext>
                  </a:extLst>
                </p14:cNvPr>
                <p14:cNvContentPartPr/>
                <p14:nvPr/>
              </p14:nvContentPartPr>
              <p14:xfrm>
                <a:off x="1674323" y="5095706"/>
                <a:ext cx="2205720" cy="36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1F6E5E-D8F0-EEEE-F3BD-E8B88F2D1ED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68204" y="5089580"/>
                  <a:ext cx="2217958" cy="3780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8AA539-157F-6797-9E87-C0B647EB978D}"/>
                    </a:ext>
                  </a:extLst>
                </p14:cNvPr>
                <p14:cNvContentPartPr/>
                <p14:nvPr/>
              </p14:nvContentPartPr>
              <p14:xfrm>
                <a:off x="4163003" y="4758746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8AA539-157F-6797-9E87-C0B647EB978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56883" y="475262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93AD01-8009-D9FD-5757-09989DB36F37}"/>
                    </a:ext>
                  </a:extLst>
                </p14:cNvPr>
                <p14:cNvContentPartPr/>
                <p14:nvPr/>
              </p14:nvContentPartPr>
              <p14:xfrm>
                <a:off x="4039883" y="4511786"/>
                <a:ext cx="2728080" cy="237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93AD01-8009-D9FD-5757-09989DB36F3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33764" y="4505675"/>
                  <a:ext cx="2740318" cy="2494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A9355D5-2DF5-2D43-BF09-A2B30B0C0381}"/>
                  </a:ext>
                </a:extLst>
              </p14:cNvPr>
              <p14:cNvContentPartPr/>
              <p14:nvPr/>
            </p14:nvContentPartPr>
            <p14:xfrm>
              <a:off x="4067243" y="5291906"/>
              <a:ext cx="2841120" cy="167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A9355D5-2DF5-2D43-BF09-A2B30B0C038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061123" y="5285786"/>
                <a:ext cx="28533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DF0AC0-29A4-71FC-C2A2-EB33377724D8}"/>
                  </a:ext>
                </a:extLst>
              </p14:cNvPr>
              <p14:cNvContentPartPr/>
              <p14:nvPr/>
            </p14:nvContentPartPr>
            <p14:xfrm>
              <a:off x="7063883" y="4185266"/>
              <a:ext cx="2810520" cy="120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DF0AC0-29A4-71FC-C2A2-EB33377724D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57763" y="4179146"/>
                <a:ext cx="282276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8A3DB98-A9DF-9432-9C55-B0C580E6F009}"/>
                  </a:ext>
                </a:extLst>
              </p14:cNvPr>
              <p14:cNvContentPartPr/>
              <p14:nvPr/>
            </p14:nvContentPartPr>
            <p14:xfrm>
              <a:off x="7065323" y="4867106"/>
              <a:ext cx="2699640" cy="166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8A3DB98-A9DF-9432-9C55-B0C580E6F00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59203" y="4860986"/>
                <a:ext cx="27118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B930EBA-B174-B205-5559-AFA14AE19B8F}"/>
                  </a:ext>
                </a:extLst>
              </p14:cNvPr>
              <p14:cNvContentPartPr/>
              <p14:nvPr/>
            </p14:nvContentPartPr>
            <p14:xfrm>
              <a:off x="7679483" y="1514066"/>
              <a:ext cx="488520" cy="488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B930EBA-B174-B205-5559-AFA14AE19B8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673363" y="1507946"/>
                <a:ext cx="50076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00A910D-9B14-91F4-3570-B0F02F6D18D1}"/>
                  </a:ext>
                </a:extLst>
              </p14:cNvPr>
              <p14:cNvContentPartPr/>
              <p14:nvPr/>
            </p14:nvContentPartPr>
            <p14:xfrm>
              <a:off x="7877843" y="701186"/>
              <a:ext cx="32760" cy="466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00A910D-9B14-91F4-3570-B0F02F6D18D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871723" y="695061"/>
                <a:ext cx="45000" cy="478449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55E2C718-70EB-A88C-DF2F-F8594F5986C4}"/>
              </a:ext>
            </a:extLst>
          </p:cNvPr>
          <p:cNvGrpSpPr/>
          <p:nvPr/>
        </p:nvGrpSpPr>
        <p:grpSpPr>
          <a:xfrm>
            <a:off x="44963" y="996386"/>
            <a:ext cx="673920" cy="1107000"/>
            <a:chOff x="44963" y="996386"/>
            <a:chExt cx="673920" cy="11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5DE0217-6FEE-2E49-BE25-72E590171044}"/>
                    </a:ext>
                  </a:extLst>
                </p14:cNvPr>
                <p14:cNvContentPartPr/>
                <p14:nvPr/>
              </p14:nvContentPartPr>
              <p14:xfrm>
                <a:off x="44963" y="996386"/>
                <a:ext cx="673920" cy="77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5DE0217-6FEE-2E49-BE25-72E59017104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8843" y="990266"/>
                  <a:ext cx="686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7E9259-2068-4210-9549-8B73B36FD85D}"/>
                    </a:ext>
                  </a:extLst>
                </p14:cNvPr>
                <p14:cNvContentPartPr/>
                <p14:nvPr/>
              </p14:nvContentPartPr>
              <p14:xfrm>
                <a:off x="71243" y="1076306"/>
                <a:ext cx="146520" cy="1027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7E9259-2068-4210-9549-8B73B36FD85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5108" y="1070186"/>
                  <a:ext cx="158790" cy="10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3424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42CCA9-4351-F0AC-2B31-D1FF4B86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26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D07DA0-914F-6026-F556-8EAEDF1AF73E}"/>
              </a:ext>
            </a:extLst>
          </p:cNvPr>
          <p:cNvSpPr txBox="1"/>
          <p:nvPr/>
        </p:nvSpPr>
        <p:spPr>
          <a:xfrm>
            <a:off x="3567758" y="2274849"/>
            <a:ext cx="78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5784AA-3E74-3AF7-21DA-D7D76817BE23}"/>
              </a:ext>
            </a:extLst>
          </p:cNvPr>
          <p:cNvSpPr txBox="1"/>
          <p:nvPr/>
        </p:nvSpPr>
        <p:spPr>
          <a:xfrm>
            <a:off x="2032358" y="3891776"/>
            <a:ext cx="78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383CD5-014E-90A3-5834-E77C2579298F}"/>
                  </a:ext>
                </a:extLst>
              </p14:cNvPr>
              <p14:cNvContentPartPr/>
              <p14:nvPr/>
            </p14:nvContentPartPr>
            <p14:xfrm>
              <a:off x="1625558" y="3642340"/>
              <a:ext cx="502920" cy="157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383CD5-014E-90A3-5834-E77C25792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9438" y="3636220"/>
                <a:ext cx="515160" cy="15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2011F9-CEA4-F4BE-55F5-E2F9B101962F}"/>
                  </a:ext>
                </a:extLst>
              </p14:cNvPr>
              <p14:cNvContentPartPr/>
              <p14:nvPr/>
            </p14:nvContentPartPr>
            <p14:xfrm>
              <a:off x="1065758" y="864580"/>
              <a:ext cx="3058920" cy="328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2011F9-CEA4-F4BE-55F5-E2F9B1019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638" y="858460"/>
                <a:ext cx="3071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C35257C-0095-516F-7645-5CB20584D49C}"/>
                  </a:ext>
                </a:extLst>
              </p14:cNvPr>
              <p14:cNvContentPartPr/>
              <p14:nvPr/>
            </p14:nvContentPartPr>
            <p14:xfrm>
              <a:off x="1022198" y="3491140"/>
              <a:ext cx="3880080" cy="17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C35257C-0095-516F-7645-5CB20584D4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6078" y="3485020"/>
                <a:ext cx="3892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D40305-8E47-2D0F-DC21-0079C317FA8E}"/>
                  </a:ext>
                </a:extLst>
              </p14:cNvPr>
              <p14:cNvContentPartPr/>
              <p14:nvPr/>
            </p14:nvContentPartPr>
            <p14:xfrm>
              <a:off x="1274918" y="566140"/>
              <a:ext cx="258840" cy="721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D40305-8E47-2D0F-DC21-0079C317FA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8798" y="560020"/>
                <a:ext cx="271080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34398E-DB77-FF4A-1705-EF3EFCD529B8}"/>
                  </a:ext>
                </a:extLst>
              </p14:cNvPr>
              <p14:cNvContentPartPr/>
              <p14:nvPr/>
            </p14:nvContentPartPr>
            <p14:xfrm>
              <a:off x="1033358" y="993100"/>
              <a:ext cx="609840" cy="34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34398E-DB77-FF4A-1705-EF3EFCD529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7238" y="986980"/>
                <a:ext cx="6220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969CBD-340A-DD3E-5F2A-E02D25C4EAFD}"/>
                  </a:ext>
                </a:extLst>
              </p14:cNvPr>
              <p14:cNvContentPartPr/>
              <p14:nvPr/>
            </p14:nvContentPartPr>
            <p14:xfrm>
              <a:off x="1851278" y="830020"/>
              <a:ext cx="181080" cy="87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969CBD-340A-DD3E-5F2A-E02D25C4EAF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5158" y="823900"/>
                <a:ext cx="193320" cy="88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8AC101-C27D-6077-D632-C280D5446057}"/>
                  </a:ext>
                </a:extLst>
              </p14:cNvPr>
              <p14:cNvContentPartPr/>
              <p14:nvPr/>
            </p14:nvContentPartPr>
            <p14:xfrm>
              <a:off x="337478" y="963580"/>
              <a:ext cx="340200" cy="560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8AC101-C27D-6077-D632-C280D54460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1358" y="957460"/>
                <a:ext cx="35244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6455E4-4D74-4194-B1A2-1A94750F42A5}"/>
                  </a:ext>
                </a:extLst>
              </p14:cNvPr>
              <p14:cNvContentPartPr/>
              <p14:nvPr/>
            </p14:nvContentPartPr>
            <p14:xfrm>
              <a:off x="455558" y="3477100"/>
              <a:ext cx="232560" cy="276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6455E4-4D74-4194-B1A2-1A94750F42A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9438" y="3470980"/>
                <a:ext cx="2448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B17283-C587-2AE3-895C-DA6FDC033E17}"/>
                  </a:ext>
                </a:extLst>
              </p14:cNvPr>
              <p14:cNvContentPartPr/>
              <p14:nvPr/>
            </p14:nvContentPartPr>
            <p14:xfrm>
              <a:off x="515318" y="4152100"/>
              <a:ext cx="189360" cy="279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B17283-C587-2AE3-895C-DA6FDC033E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9198" y="4145980"/>
                <a:ext cx="201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9575C2-3D89-D67A-99E9-7C74585D9A0B}"/>
                  </a:ext>
                </a:extLst>
              </p14:cNvPr>
              <p14:cNvContentPartPr/>
              <p14:nvPr/>
            </p14:nvContentPartPr>
            <p14:xfrm>
              <a:off x="997718" y="4356940"/>
              <a:ext cx="67680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9575C2-3D89-D67A-99E9-7C74585D9A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1598" y="4350820"/>
                <a:ext cx="689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735F818-5365-4DE3-2342-B0F65AD71AC9}"/>
                  </a:ext>
                </a:extLst>
              </p14:cNvPr>
              <p14:cNvContentPartPr/>
              <p14:nvPr/>
            </p14:nvContentPartPr>
            <p14:xfrm>
              <a:off x="2899598" y="2555500"/>
              <a:ext cx="1872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735F818-5365-4DE3-2342-B0F65AD71A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93478" y="2549380"/>
                <a:ext cx="30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82F236F-FA89-4EF2-7EB7-6CC29B0DAF7B}"/>
                  </a:ext>
                </a:extLst>
              </p14:cNvPr>
              <p14:cNvContentPartPr/>
              <p14:nvPr/>
            </p14:nvContentPartPr>
            <p14:xfrm>
              <a:off x="292118" y="642820"/>
              <a:ext cx="433080" cy="825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82F236F-FA89-4EF2-7EB7-6CC29B0DAF7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5998" y="636700"/>
                <a:ext cx="44532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F84C4C9-6DAA-801A-D62B-FD8AF1DB6CEE}"/>
                  </a:ext>
                </a:extLst>
              </p14:cNvPr>
              <p14:cNvContentPartPr/>
              <p14:nvPr/>
            </p14:nvContentPartPr>
            <p14:xfrm>
              <a:off x="4122518" y="2279020"/>
              <a:ext cx="270000" cy="243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F84C4C9-6DAA-801A-D62B-FD8AF1DB6CE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16398" y="2272900"/>
                <a:ext cx="2822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AE31412-FE9B-DF41-23EA-AA5C52288367}"/>
                  </a:ext>
                </a:extLst>
              </p14:cNvPr>
              <p14:cNvContentPartPr/>
              <p14:nvPr/>
            </p14:nvContentPartPr>
            <p14:xfrm>
              <a:off x="2271758" y="4094860"/>
              <a:ext cx="189720" cy="2210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AE31412-FE9B-DF41-23EA-AA5C5228836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65638" y="4088740"/>
                <a:ext cx="2019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AC015C9-2391-00EA-6F0D-615A309729A6}"/>
                  </a:ext>
                </a:extLst>
              </p14:cNvPr>
              <p14:cNvContentPartPr/>
              <p14:nvPr/>
            </p14:nvContentPartPr>
            <p14:xfrm>
              <a:off x="946238" y="706540"/>
              <a:ext cx="1014840" cy="3861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AC015C9-2391-00EA-6F0D-615A309729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0118" y="700420"/>
                <a:ext cx="1027080" cy="387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73CB427-2677-6280-DE41-79CE3380E8E8}"/>
              </a:ext>
            </a:extLst>
          </p:cNvPr>
          <p:cNvGrpSpPr/>
          <p:nvPr/>
        </p:nvGrpSpPr>
        <p:grpSpPr>
          <a:xfrm>
            <a:off x="3389558" y="384700"/>
            <a:ext cx="4541040" cy="1654560"/>
            <a:chOff x="3389558" y="384700"/>
            <a:chExt cx="4541040" cy="16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3C23212-27D1-A961-80ED-1A460F9B3C35}"/>
                    </a:ext>
                  </a:extLst>
                </p14:cNvPr>
                <p14:cNvContentPartPr/>
                <p14:nvPr/>
              </p14:nvContentPartPr>
              <p14:xfrm>
                <a:off x="3535718" y="703660"/>
                <a:ext cx="32040" cy="104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3C23212-27D1-A961-80ED-1A460F9B3C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29598" y="697540"/>
                  <a:ext cx="44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0D8FB4-74A9-1FF2-2E42-78D912807186}"/>
                    </a:ext>
                  </a:extLst>
                </p14:cNvPr>
                <p14:cNvContentPartPr/>
                <p14:nvPr/>
              </p14:nvContentPartPr>
              <p14:xfrm>
                <a:off x="3538238" y="384700"/>
                <a:ext cx="108000" cy="523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0D8FB4-74A9-1FF2-2E42-78D9128071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32118" y="378580"/>
                  <a:ext cx="1202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02BE9F-AFC9-DE25-5A2E-27D22BC2D6D8}"/>
                    </a:ext>
                  </a:extLst>
                </p14:cNvPr>
                <p14:cNvContentPartPr/>
                <p14:nvPr/>
              </p14:nvContentPartPr>
              <p14:xfrm>
                <a:off x="3389558" y="610420"/>
                <a:ext cx="3187080" cy="1428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02BE9F-AFC9-DE25-5A2E-27D22BC2D6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83438" y="604300"/>
                  <a:ext cx="3199320" cy="14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DCD534-B452-6495-F94C-CE92330AA689}"/>
                    </a:ext>
                  </a:extLst>
                </p14:cNvPr>
                <p14:cNvContentPartPr/>
                <p14:nvPr/>
              </p14:nvContentPartPr>
              <p14:xfrm>
                <a:off x="6493478" y="464260"/>
                <a:ext cx="354960" cy="412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DCD534-B452-6495-F94C-CE92330AA6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7358" y="458140"/>
                  <a:ext cx="3672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69CB0CD-AA14-2D1F-2396-F98F63A886F6}"/>
                    </a:ext>
                  </a:extLst>
                </p14:cNvPr>
                <p14:cNvContentPartPr/>
                <p14:nvPr/>
              </p14:nvContentPartPr>
              <p14:xfrm>
                <a:off x="4049798" y="1464700"/>
                <a:ext cx="3204720" cy="456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69CB0CD-AA14-2D1F-2396-F98F63A886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43678" y="1458580"/>
                  <a:ext cx="32169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6CEC23-7074-E9C6-BD45-75542493A697}"/>
                    </a:ext>
                  </a:extLst>
                </p14:cNvPr>
                <p14:cNvContentPartPr/>
                <p14:nvPr/>
              </p14:nvContentPartPr>
              <p14:xfrm>
                <a:off x="7082078" y="1471540"/>
                <a:ext cx="231120" cy="24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6CEC23-7074-E9C6-BD45-75542493A6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75958" y="1465420"/>
                  <a:ext cx="243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9C38CA-4688-ABEC-091E-280E5CE6C9C0}"/>
                    </a:ext>
                  </a:extLst>
                </p14:cNvPr>
                <p14:cNvContentPartPr/>
                <p14:nvPr/>
              </p14:nvContentPartPr>
              <p14:xfrm>
                <a:off x="6864998" y="387940"/>
                <a:ext cx="399240" cy="433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9C38CA-4688-ABEC-091E-280E5CE6C9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58878" y="381820"/>
                  <a:ext cx="4114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4A31B1-CACF-FD8E-3BF3-5B74726863F9}"/>
                    </a:ext>
                  </a:extLst>
                </p14:cNvPr>
                <p14:cNvContentPartPr/>
                <p14:nvPr/>
              </p14:nvContentPartPr>
              <p14:xfrm>
                <a:off x="7381958" y="1122700"/>
                <a:ext cx="163080" cy="766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4A31B1-CACF-FD8E-3BF3-5B74726863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5838" y="1116580"/>
                  <a:ext cx="17532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10D2AF-DD74-B7E0-DC6B-3FB3CD3C926D}"/>
                    </a:ext>
                  </a:extLst>
                </p14:cNvPr>
                <p14:cNvContentPartPr/>
                <p14:nvPr/>
              </p14:nvContentPartPr>
              <p14:xfrm>
                <a:off x="7529198" y="1383700"/>
                <a:ext cx="401400" cy="34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10D2AF-DD74-B7E0-DC6B-3FB3CD3C92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23078" y="1377580"/>
                  <a:ext cx="41364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7B91D3A-213F-7CCF-F396-042717A6C5A5}"/>
                  </a:ext>
                </a:extLst>
              </p14:cNvPr>
              <p14:cNvContentPartPr/>
              <p14:nvPr/>
            </p14:nvContentPartPr>
            <p14:xfrm>
              <a:off x="2846318" y="2774380"/>
              <a:ext cx="162720" cy="90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7B91D3A-213F-7CCF-F396-042717A6C5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40198" y="2768260"/>
                <a:ext cx="174960" cy="102240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BB7A94A5-C3B0-03DC-0FF1-69C292D25123}"/>
              </a:ext>
            </a:extLst>
          </p:cNvPr>
          <p:cNvSpPr txBox="1"/>
          <p:nvPr/>
        </p:nvSpPr>
        <p:spPr>
          <a:xfrm>
            <a:off x="7672039" y="2395660"/>
            <a:ext cx="194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Start, end, end, 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64D0261-B7F5-A003-A815-4003F85F2083}"/>
                  </a:ext>
                </a:extLst>
              </p14:cNvPr>
              <p14:cNvContentPartPr/>
              <p14:nvPr/>
            </p14:nvContentPartPr>
            <p14:xfrm>
              <a:off x="8179718" y="5222740"/>
              <a:ext cx="1071720" cy="1054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64D0261-B7F5-A003-A815-4003F85F208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73598" y="5216620"/>
                <a:ext cx="1083960" cy="10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94153DB-E137-B5A0-AC05-30E376F4843A}"/>
                  </a:ext>
                </a:extLst>
              </p14:cNvPr>
              <p14:cNvContentPartPr/>
              <p14:nvPr/>
            </p14:nvContentPartPr>
            <p14:xfrm>
              <a:off x="5143838" y="3675460"/>
              <a:ext cx="1586520" cy="3011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94153DB-E137-B5A0-AC05-30E376F4843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137718" y="3669340"/>
                <a:ext cx="1598760" cy="30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82D5874-9C84-EA0E-BBEF-F8746E56B24C}"/>
                  </a:ext>
                </a:extLst>
              </p14:cNvPr>
              <p14:cNvContentPartPr/>
              <p14:nvPr/>
            </p14:nvContentPartPr>
            <p14:xfrm>
              <a:off x="4638758" y="4063180"/>
              <a:ext cx="412200" cy="17902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82D5874-9C84-EA0E-BBEF-F8746E56B24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32638" y="4057060"/>
                <a:ext cx="424440" cy="18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5B0EE3A-A1DF-375C-898E-64AC0145B22E}"/>
                  </a:ext>
                </a:extLst>
              </p14:cNvPr>
              <p14:cNvContentPartPr/>
              <p14:nvPr/>
            </p14:nvContentPartPr>
            <p14:xfrm>
              <a:off x="3674318" y="4356220"/>
              <a:ext cx="299880" cy="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5B0EE3A-A1DF-375C-898E-64AC0145B22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668198" y="4350100"/>
                <a:ext cx="312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7B2EB31-20B6-6F5E-449A-38BC848D222E}"/>
                  </a:ext>
                </a:extLst>
              </p14:cNvPr>
              <p14:cNvContentPartPr/>
              <p14:nvPr/>
            </p14:nvContentPartPr>
            <p14:xfrm>
              <a:off x="3446798" y="4251460"/>
              <a:ext cx="321480" cy="24418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7B2EB31-20B6-6F5E-449A-38BC848D22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40678" y="4245340"/>
                <a:ext cx="333720" cy="245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E825A85-B090-9908-C796-45EBAA34526E}"/>
              </a:ext>
            </a:extLst>
          </p:cNvPr>
          <p:cNvGrpSpPr/>
          <p:nvPr/>
        </p:nvGrpSpPr>
        <p:grpSpPr>
          <a:xfrm>
            <a:off x="2141438" y="1503220"/>
            <a:ext cx="7123680" cy="5172840"/>
            <a:chOff x="2141438" y="1503220"/>
            <a:chExt cx="7123680" cy="517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E10481-FF43-D398-5CC2-41295AAA4027}"/>
                    </a:ext>
                  </a:extLst>
                </p14:cNvPr>
                <p14:cNvContentPartPr/>
                <p14:nvPr/>
              </p14:nvContentPartPr>
              <p14:xfrm>
                <a:off x="2198318" y="2871580"/>
                <a:ext cx="1572480" cy="99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E10481-FF43-D398-5CC2-41295AAA40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92198" y="2865460"/>
                  <a:ext cx="1584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5A2198-E334-3FC4-03E6-1D5FAA579D95}"/>
                    </a:ext>
                  </a:extLst>
                </p14:cNvPr>
                <p14:cNvContentPartPr/>
                <p14:nvPr/>
              </p14:nvContentPartPr>
              <p14:xfrm>
                <a:off x="2141438" y="1848100"/>
                <a:ext cx="862920" cy="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5A2198-E334-3FC4-03E6-1D5FAA579D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35318" y="1841980"/>
                  <a:ext cx="8751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BC5637-7327-99C3-7B38-5336A9D4F9C0}"/>
                    </a:ext>
                  </a:extLst>
                </p14:cNvPr>
                <p14:cNvContentPartPr/>
                <p14:nvPr/>
              </p14:nvContentPartPr>
              <p14:xfrm>
                <a:off x="2386238" y="1503220"/>
                <a:ext cx="226440" cy="424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BC5637-7327-99C3-7B38-5336A9D4F9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80118" y="1497100"/>
                  <a:ext cx="2386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656FA33-F23B-AAE2-2C3F-F51CD69B63C8}"/>
                    </a:ext>
                  </a:extLst>
                </p14:cNvPr>
                <p14:cNvContentPartPr/>
                <p14:nvPr/>
              </p14:nvContentPartPr>
              <p14:xfrm>
                <a:off x="2386958" y="2804620"/>
                <a:ext cx="44280" cy="152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656FA33-F23B-AAE2-2C3F-F51CD69B63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80838" y="2798500"/>
                  <a:ext cx="56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BAC7B7-3D92-BFB3-99D5-1CA9A2D2E7FB}"/>
                    </a:ext>
                  </a:extLst>
                </p14:cNvPr>
                <p14:cNvContentPartPr/>
                <p14:nvPr/>
              </p14:nvContentPartPr>
              <p14:xfrm>
                <a:off x="2319278" y="2594380"/>
                <a:ext cx="180360" cy="24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BAC7B7-3D92-BFB3-99D5-1CA9A2D2E7F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13158" y="2588260"/>
                  <a:ext cx="192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B8B2FAD-30F6-E77A-9408-9073031BC611}"/>
                    </a:ext>
                  </a:extLst>
                </p14:cNvPr>
                <p14:cNvContentPartPr/>
                <p14:nvPr/>
              </p14:nvContentPartPr>
              <p14:xfrm>
                <a:off x="2778278" y="2399620"/>
                <a:ext cx="231840" cy="10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B8B2FAD-30F6-E77A-9408-9073031BC6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72158" y="2393500"/>
                  <a:ext cx="244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E52E365-8942-799A-0102-BE0C38400879}"/>
                    </a:ext>
                  </a:extLst>
                </p14:cNvPr>
                <p14:cNvContentPartPr/>
                <p14:nvPr/>
              </p14:nvContentPartPr>
              <p14:xfrm>
                <a:off x="2821478" y="2323300"/>
                <a:ext cx="233280" cy="266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E52E365-8942-799A-0102-BE0C3840087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15358" y="2317180"/>
                  <a:ext cx="245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6C2BF0-7449-4B8D-C67A-0246DF5E625D}"/>
                    </a:ext>
                  </a:extLst>
                </p14:cNvPr>
                <p14:cNvContentPartPr/>
                <p14:nvPr/>
              </p14:nvContentPartPr>
              <p14:xfrm>
                <a:off x="2851718" y="2396740"/>
                <a:ext cx="139320" cy="96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36C2BF0-7449-4B8D-C67A-0246DF5E625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45598" y="2390620"/>
                  <a:ext cx="151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4F98A2-4666-7C4D-E4DF-32986B11F022}"/>
                    </a:ext>
                  </a:extLst>
                </p14:cNvPr>
                <p14:cNvContentPartPr/>
                <p14:nvPr/>
              </p14:nvContentPartPr>
              <p14:xfrm>
                <a:off x="2624918" y="2395660"/>
                <a:ext cx="471960" cy="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4F98A2-4666-7C4D-E4DF-32986B11F0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18798" y="2389540"/>
                  <a:ext cx="484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C4A8FA1-7AFD-9BCC-281F-78F3F1A71FAE}"/>
                    </a:ext>
                  </a:extLst>
                </p14:cNvPr>
                <p14:cNvContentPartPr/>
                <p14:nvPr/>
              </p14:nvContentPartPr>
              <p14:xfrm>
                <a:off x="8058398" y="5602180"/>
                <a:ext cx="617400" cy="12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C4A8FA1-7AFD-9BCC-281F-78F3F1A71F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52278" y="5596060"/>
                  <a:ext cx="629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B21CD9-93F3-D012-C169-61260D2C940B}"/>
                    </a:ext>
                  </a:extLst>
                </p14:cNvPr>
                <p14:cNvContentPartPr/>
                <p14:nvPr/>
              </p14:nvContentPartPr>
              <p14:xfrm>
                <a:off x="7821878" y="6672820"/>
                <a:ext cx="922320" cy="3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B21CD9-93F3-D012-C169-61260D2C940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15758" y="6666700"/>
                  <a:ext cx="9345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811581-8F25-3809-B6B6-C68CCF97DB42}"/>
                    </a:ext>
                  </a:extLst>
                </p14:cNvPr>
                <p14:cNvContentPartPr/>
                <p14:nvPr/>
              </p14:nvContentPartPr>
              <p14:xfrm>
                <a:off x="5225558" y="2443540"/>
                <a:ext cx="516240" cy="55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811581-8F25-3809-B6B6-C68CCF97DB4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19438" y="2437420"/>
                  <a:ext cx="52848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2139A7-8F4A-0BC6-A63B-97EAD1C4E196}"/>
                    </a:ext>
                  </a:extLst>
                </p14:cNvPr>
                <p14:cNvContentPartPr/>
                <p14:nvPr/>
              </p14:nvContentPartPr>
              <p14:xfrm>
                <a:off x="5865998" y="2523100"/>
                <a:ext cx="248760" cy="410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2139A7-8F4A-0BC6-A63B-97EAD1C4E1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59878" y="2516980"/>
                  <a:ext cx="2610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01E6F4-6B3D-7DC9-6865-04846B37217F}"/>
                    </a:ext>
                  </a:extLst>
                </p14:cNvPr>
                <p14:cNvContentPartPr/>
                <p14:nvPr/>
              </p14:nvContentPartPr>
              <p14:xfrm>
                <a:off x="6493478" y="2379460"/>
                <a:ext cx="83880" cy="1661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01E6F4-6B3D-7DC9-6865-04846B3721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87358" y="2373340"/>
                  <a:ext cx="96120" cy="16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E29CC6-2F07-D29C-FDCB-17352970691B}"/>
                    </a:ext>
                  </a:extLst>
                </p14:cNvPr>
                <p14:cNvContentPartPr/>
                <p14:nvPr/>
              </p14:nvContentPartPr>
              <p14:xfrm>
                <a:off x="6719918" y="2064820"/>
                <a:ext cx="601200" cy="720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E29CC6-2F07-D29C-FDCB-17352970691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13798" y="2058700"/>
                  <a:ext cx="61344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D96DDBC-9857-C499-6075-A01DE613A9C2}"/>
                    </a:ext>
                  </a:extLst>
                </p14:cNvPr>
                <p14:cNvContentPartPr/>
                <p14:nvPr/>
              </p14:nvContentPartPr>
              <p14:xfrm>
                <a:off x="3757118" y="4249660"/>
                <a:ext cx="2242800" cy="81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D96DDBC-9857-C499-6075-A01DE613A9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50998" y="4243540"/>
                  <a:ext cx="2255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56EC07-3F94-C1AE-6450-4947ECBFD0C1}"/>
                    </a:ext>
                  </a:extLst>
                </p14:cNvPr>
                <p14:cNvContentPartPr/>
                <p14:nvPr/>
              </p14:nvContentPartPr>
              <p14:xfrm>
                <a:off x="3801758" y="5717020"/>
                <a:ext cx="2544120" cy="1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56EC07-3F94-C1AE-6450-4947ECBFD0C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5638" y="5710900"/>
                  <a:ext cx="25563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24E60F-A2F1-C453-2566-41CEE76EB381}"/>
                    </a:ext>
                  </a:extLst>
                </p14:cNvPr>
                <p14:cNvContentPartPr/>
                <p14:nvPr/>
              </p14:nvContentPartPr>
              <p14:xfrm>
                <a:off x="4906238" y="4356940"/>
                <a:ext cx="66960" cy="145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24E60F-A2F1-C453-2566-41CEE76EB38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00118" y="4350820"/>
                  <a:ext cx="79200" cy="14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BD996D2-F97F-CB4E-902F-CEE4764F826C}"/>
                    </a:ext>
                  </a:extLst>
                </p14:cNvPr>
                <p14:cNvContentPartPr/>
                <p14:nvPr/>
              </p14:nvContentPartPr>
              <p14:xfrm>
                <a:off x="4622558" y="5179540"/>
                <a:ext cx="2562480" cy="199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BD996D2-F97F-CB4E-902F-CEE4764F82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16438" y="5173420"/>
                  <a:ext cx="2574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5EEDFA-35BB-045D-A1A4-90C77A58B7FE}"/>
                    </a:ext>
                  </a:extLst>
                </p14:cNvPr>
                <p14:cNvContentPartPr/>
                <p14:nvPr/>
              </p14:nvContentPartPr>
              <p14:xfrm>
                <a:off x="5073638" y="5000980"/>
                <a:ext cx="217440" cy="288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5EEDFA-35BB-045D-A1A4-90C77A58B7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67518" y="4994860"/>
                  <a:ext cx="229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34C993-DA65-09BD-057F-91E495A692A8}"/>
                    </a:ext>
                  </a:extLst>
                </p14:cNvPr>
                <p14:cNvContentPartPr/>
                <p14:nvPr/>
              </p14:nvContentPartPr>
              <p14:xfrm>
                <a:off x="5408438" y="5053900"/>
                <a:ext cx="360" cy="23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34C993-DA65-09BD-057F-91E495A692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02318" y="5047780"/>
                  <a:ext cx="12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3C3B7D5-FB99-8F1B-7FA0-AFCD45AF7E40}"/>
                    </a:ext>
                  </a:extLst>
                </p14:cNvPr>
                <p14:cNvContentPartPr/>
                <p14:nvPr/>
              </p14:nvContentPartPr>
              <p14:xfrm>
                <a:off x="4032878" y="5648620"/>
                <a:ext cx="294120" cy="348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3C3B7D5-FB99-8F1B-7FA0-AFCD45AF7E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26758" y="5642500"/>
                  <a:ext cx="3063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88FD46A-F10E-E452-3E1B-E43F345FF656}"/>
                    </a:ext>
                  </a:extLst>
                </p14:cNvPr>
                <p14:cNvContentPartPr/>
                <p14:nvPr/>
              </p14:nvContentPartPr>
              <p14:xfrm>
                <a:off x="4420598" y="5812060"/>
                <a:ext cx="229320" cy="255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88FD46A-F10E-E452-3E1B-E43F345FF65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14478" y="5805940"/>
                  <a:ext cx="241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14E465-F69F-B998-7CD8-BD4CA209D57D}"/>
                    </a:ext>
                  </a:extLst>
                </p14:cNvPr>
                <p14:cNvContentPartPr/>
                <p14:nvPr/>
              </p14:nvContentPartPr>
              <p14:xfrm>
                <a:off x="7579958" y="4667260"/>
                <a:ext cx="1516680" cy="74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14E465-F69F-B998-7CD8-BD4CA209D5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73838" y="4661140"/>
                  <a:ext cx="1528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1248F6-ED4C-D4D1-4C2B-1454F95ED4C4}"/>
                    </a:ext>
                  </a:extLst>
                </p14:cNvPr>
                <p14:cNvContentPartPr/>
                <p14:nvPr/>
              </p14:nvContentPartPr>
              <p14:xfrm>
                <a:off x="7511198" y="3491140"/>
                <a:ext cx="1672920" cy="93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1248F6-ED4C-D4D1-4C2B-1454F95ED4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05078" y="3485020"/>
                  <a:ext cx="168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75C23F-D1DA-0F6E-6EAE-CC152A4E8F63}"/>
                    </a:ext>
                  </a:extLst>
                </p14:cNvPr>
                <p14:cNvContentPartPr/>
                <p14:nvPr/>
              </p14:nvContentPartPr>
              <p14:xfrm>
                <a:off x="7956878" y="3173620"/>
                <a:ext cx="220320" cy="354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75C23F-D1DA-0F6E-6EAE-CC152A4E8F6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50758" y="3167500"/>
                  <a:ext cx="232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4C335E-4463-3463-595F-7A8FAD734A60}"/>
                    </a:ext>
                  </a:extLst>
                </p14:cNvPr>
                <p14:cNvContentPartPr/>
                <p14:nvPr/>
              </p14:nvContentPartPr>
              <p14:xfrm>
                <a:off x="8285558" y="3002260"/>
                <a:ext cx="143640" cy="370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4C335E-4463-3463-595F-7A8FAD734A6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79438" y="2996140"/>
                  <a:ext cx="1558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474050D-96EB-7E7A-F6A2-7DA54E345E74}"/>
                    </a:ext>
                  </a:extLst>
                </p14:cNvPr>
                <p14:cNvContentPartPr/>
                <p14:nvPr/>
              </p14:nvContentPartPr>
              <p14:xfrm>
                <a:off x="6072638" y="3744220"/>
                <a:ext cx="1591920" cy="1531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474050D-96EB-7E7A-F6A2-7DA54E345E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66518" y="3738100"/>
                  <a:ext cx="1604160" cy="15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905D98-C6BA-1F73-1574-23DB0521D205}"/>
                    </a:ext>
                  </a:extLst>
                </p14:cNvPr>
                <p14:cNvContentPartPr/>
                <p14:nvPr/>
              </p14:nvContentPartPr>
              <p14:xfrm>
                <a:off x="7372238" y="3706060"/>
                <a:ext cx="444240" cy="36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905D98-C6BA-1F73-1574-23DB0521D20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66118" y="3699940"/>
                  <a:ext cx="4564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9670FF-6380-F11A-5C5C-FFB7FB5425A1}"/>
                    </a:ext>
                  </a:extLst>
                </p14:cNvPr>
                <p14:cNvContentPartPr/>
                <p14:nvPr/>
              </p14:nvContentPartPr>
              <p14:xfrm>
                <a:off x="5953118" y="5204380"/>
                <a:ext cx="1961640" cy="771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9670FF-6380-F11A-5C5C-FFB7FB5425A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46998" y="5198260"/>
                  <a:ext cx="1973880" cy="7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7E56034-6A67-8A45-AA84-52BEDDC6741F}"/>
                    </a:ext>
                  </a:extLst>
                </p14:cNvPr>
                <p14:cNvContentPartPr/>
                <p14:nvPr/>
              </p14:nvContentPartPr>
              <p14:xfrm>
                <a:off x="7611278" y="5765620"/>
                <a:ext cx="423720" cy="495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7E56034-6A67-8A45-AA84-52BEDDC674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05158" y="5759500"/>
                  <a:ext cx="4359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EB33CF-B411-1F9D-CC37-2A098B4B20E0}"/>
                    </a:ext>
                  </a:extLst>
                </p14:cNvPr>
                <p14:cNvContentPartPr/>
                <p14:nvPr/>
              </p14:nvContentPartPr>
              <p14:xfrm>
                <a:off x="7390598" y="2736220"/>
                <a:ext cx="267120" cy="427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EB33CF-B411-1F9D-CC37-2A098B4B20E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384478" y="2730100"/>
                  <a:ext cx="279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A381864-B80F-9A47-B64D-EAB638E16E6F}"/>
                    </a:ext>
                  </a:extLst>
                </p14:cNvPr>
                <p14:cNvContentPartPr/>
                <p14:nvPr/>
              </p14:nvContentPartPr>
              <p14:xfrm>
                <a:off x="7390598" y="2921260"/>
                <a:ext cx="329400" cy="88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A381864-B80F-9A47-B64D-EAB638E16E6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84478" y="2915140"/>
                  <a:ext cx="341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0C7B02-DA55-9A0B-991B-5FE405DA6083}"/>
                    </a:ext>
                  </a:extLst>
                </p14:cNvPr>
                <p14:cNvContentPartPr/>
                <p14:nvPr/>
              </p14:nvContentPartPr>
              <p14:xfrm>
                <a:off x="7847798" y="2756020"/>
                <a:ext cx="7200" cy="19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0C7B02-DA55-9A0B-991B-5FE405DA608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41678" y="2749900"/>
                  <a:ext cx="19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4C37AA-3AD9-C38D-3632-5B65775D43C4}"/>
                    </a:ext>
                  </a:extLst>
                </p14:cNvPr>
                <p14:cNvContentPartPr/>
                <p14:nvPr/>
              </p14:nvContentPartPr>
              <p14:xfrm>
                <a:off x="7618838" y="5110780"/>
                <a:ext cx="37440" cy="210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4C37AA-3AD9-C38D-3632-5B65775D43C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12718" y="5104660"/>
                  <a:ext cx="49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F1B80B3-EC06-05DC-C1DB-5D1B74FF1CA2}"/>
                    </a:ext>
                  </a:extLst>
                </p14:cNvPr>
                <p14:cNvContentPartPr/>
                <p14:nvPr/>
              </p14:nvContentPartPr>
              <p14:xfrm>
                <a:off x="8235518" y="5777860"/>
                <a:ext cx="23040" cy="411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F1B80B3-EC06-05DC-C1DB-5D1B74FF1C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29398" y="5771740"/>
                  <a:ext cx="352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07C3F3-3DF0-E642-7A03-82CED1B42812}"/>
                    </a:ext>
                  </a:extLst>
                </p14:cNvPr>
                <p14:cNvContentPartPr/>
                <p14:nvPr/>
              </p14:nvContentPartPr>
              <p14:xfrm>
                <a:off x="8244518" y="5911420"/>
                <a:ext cx="399600" cy="88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07C3F3-3DF0-E642-7A03-82CED1B4281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38398" y="5905300"/>
                  <a:ext cx="411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7121B18-232E-F520-2690-A7246D925D75}"/>
                    </a:ext>
                  </a:extLst>
                </p14:cNvPr>
                <p14:cNvContentPartPr/>
                <p14:nvPr/>
              </p14:nvContentPartPr>
              <p14:xfrm>
                <a:off x="8634038" y="5834740"/>
                <a:ext cx="103680" cy="222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7121B18-232E-F520-2690-A7246D925D7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27918" y="5828620"/>
                  <a:ext cx="115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3CA0DB7-456E-4A57-02B1-1A380E96E9A7}"/>
                    </a:ext>
                  </a:extLst>
                </p14:cNvPr>
                <p14:cNvContentPartPr/>
                <p14:nvPr/>
              </p14:nvContentPartPr>
              <p14:xfrm>
                <a:off x="9094478" y="5786860"/>
                <a:ext cx="170640" cy="362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3CA0DB7-456E-4A57-02B1-1A380E96E9A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88358" y="5780740"/>
                  <a:ext cx="1828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59DA05D-7603-F822-76CF-A0F24B4441B2}"/>
                    </a:ext>
                  </a:extLst>
                </p14:cNvPr>
                <p14:cNvContentPartPr/>
                <p14:nvPr/>
              </p14:nvContentPartPr>
              <p14:xfrm>
                <a:off x="3588998" y="4426420"/>
                <a:ext cx="975960" cy="1814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59DA05D-7603-F822-76CF-A0F24B4441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82878" y="4420300"/>
                  <a:ext cx="988200" cy="18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4E6F36D-821B-1D28-1C7D-2FC98E98B775}"/>
                    </a:ext>
                  </a:extLst>
                </p14:cNvPr>
                <p14:cNvContentPartPr/>
                <p14:nvPr/>
              </p14:nvContentPartPr>
              <p14:xfrm>
                <a:off x="2745158" y="6017260"/>
                <a:ext cx="994680" cy="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4E6F36D-821B-1D28-1C7D-2FC98E98B77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39038" y="6011140"/>
                  <a:ext cx="10069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367425-993E-6DA5-FB50-7E69949E35AE}"/>
                    </a:ext>
                  </a:extLst>
                </p14:cNvPr>
                <p14:cNvContentPartPr/>
                <p14:nvPr/>
              </p14:nvContentPartPr>
              <p14:xfrm>
                <a:off x="2971238" y="4409860"/>
                <a:ext cx="529200" cy="3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367425-993E-6DA5-FB50-7E69949E35A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65118" y="4403740"/>
                  <a:ext cx="5414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E115011-5233-D083-9A48-462DBC93761F}"/>
                    </a:ext>
                  </a:extLst>
                </p14:cNvPr>
                <p14:cNvContentPartPr/>
                <p14:nvPr/>
              </p14:nvContentPartPr>
              <p14:xfrm>
                <a:off x="2671358" y="5481220"/>
                <a:ext cx="868680" cy="970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E115011-5233-D083-9A48-462DBC93761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65238" y="5475100"/>
                  <a:ext cx="880920" cy="9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0BA5A-678E-0E9E-933D-006BBE2CCD21}"/>
                    </a:ext>
                  </a:extLst>
                </p14:cNvPr>
                <p14:cNvContentPartPr/>
                <p14:nvPr/>
              </p14:nvContentPartPr>
              <p14:xfrm>
                <a:off x="3291638" y="4269100"/>
                <a:ext cx="206280" cy="257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0BA5A-678E-0E9E-933D-006BBE2CCD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85518" y="4262980"/>
                  <a:ext cx="218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83660A-260E-8C27-93E9-7C5F9309C072}"/>
                    </a:ext>
                  </a:extLst>
                </p14:cNvPr>
                <p14:cNvContentPartPr/>
                <p14:nvPr/>
              </p14:nvContentPartPr>
              <p14:xfrm>
                <a:off x="3750998" y="4404820"/>
                <a:ext cx="1008720" cy="62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83660A-260E-8C27-93E9-7C5F9309C07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44878" y="4398700"/>
                  <a:ext cx="1020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6D5F128-1F62-41DE-22C6-72350EDB090F}"/>
                    </a:ext>
                  </a:extLst>
                </p14:cNvPr>
                <p14:cNvContentPartPr/>
                <p14:nvPr/>
              </p14:nvContentPartPr>
              <p14:xfrm>
                <a:off x="3585758" y="5758420"/>
                <a:ext cx="89928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6D5F128-1F62-41DE-22C6-72350EDB09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79638" y="5752300"/>
                  <a:ext cx="911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29969A6-055E-0B8C-6379-6A4544435470}"/>
                    </a:ext>
                  </a:extLst>
                </p14:cNvPr>
                <p14:cNvContentPartPr/>
                <p14:nvPr/>
              </p14:nvContentPartPr>
              <p14:xfrm>
                <a:off x="3190118" y="5696860"/>
                <a:ext cx="94536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29969A6-055E-0B8C-6379-6A454443547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83998" y="5690740"/>
                  <a:ext cx="957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8781128-20BB-C4FA-6FBC-713C4C92C621}"/>
                    </a:ext>
                  </a:extLst>
                </p14:cNvPr>
                <p14:cNvContentPartPr/>
                <p14:nvPr/>
              </p14:nvContentPartPr>
              <p14:xfrm>
                <a:off x="3497918" y="4322740"/>
                <a:ext cx="76644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8781128-20BB-C4FA-6FBC-713C4C92C6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91798" y="4316620"/>
                  <a:ext cx="778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10830EE-BA69-099A-9B05-33E581E9CF49}"/>
                    </a:ext>
                  </a:extLst>
                </p14:cNvPr>
                <p14:cNvContentPartPr/>
                <p14:nvPr/>
              </p14:nvContentPartPr>
              <p14:xfrm>
                <a:off x="3468398" y="5736100"/>
                <a:ext cx="530280" cy="1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10830EE-BA69-099A-9B05-33E581E9CF4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62278" y="5729980"/>
                  <a:ext cx="5425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CAED8B2-36C3-8F0F-BBAB-3A7FB159704F}"/>
                    </a:ext>
                  </a:extLst>
                </p14:cNvPr>
                <p14:cNvContentPartPr/>
                <p14:nvPr/>
              </p14:nvContentPartPr>
              <p14:xfrm>
                <a:off x="5439398" y="5191060"/>
                <a:ext cx="11520" cy="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CAED8B2-36C3-8F0F-BBAB-3A7FB15970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33278" y="5184940"/>
                  <a:ext cx="23760" cy="1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4206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460AA-B3BB-C5CD-4FAB-71B97D94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A11F3-FFDA-2F84-5AA9-C32FCFA2AD87}"/>
              </a:ext>
            </a:extLst>
          </p:cNvPr>
          <p:cNvSpPr txBox="1"/>
          <p:nvPr/>
        </p:nvSpPr>
        <p:spPr>
          <a:xfrm>
            <a:off x="2587083" y="447040"/>
            <a:ext cx="4697183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 </a:t>
            </a:r>
            <a:r>
              <a:rPr lang="en-US" dirty="0">
                <a:sym typeface="Wingdings" pitchFamily="2" charset="2"/>
              </a:rPr>
              <a:t> math expression (!)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V,</a:t>
            </a:r>
          </a:p>
          <a:p>
            <a:r>
              <a:rPr lang="en-US" dirty="0">
                <a:sym typeface="Wingdings" pitchFamily="2" charset="2"/>
              </a:rPr>
              <a:t>IV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Expression(IV); find IV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IV  V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IV -- &gt; </a:t>
            </a:r>
          </a:p>
          <a:p>
            <a:r>
              <a:rPr lang="en-US" dirty="0">
                <a:sym typeface="Wingdings" pitchFamily="2" charset="2"/>
              </a:rPr>
              <a:t>Seed instructions,</a:t>
            </a:r>
          </a:p>
          <a:p>
            <a:r>
              <a:rPr lang="en-US" dirty="0">
                <a:sym typeface="Wingdings" pitchFamily="2" charset="2"/>
              </a:rPr>
              <a:t>3 binary (V, V1, V2)</a:t>
            </a:r>
          </a:p>
          <a:p>
            <a:r>
              <a:rPr lang="en-US" dirty="0">
                <a:sym typeface="Wingdings" pitchFamily="2" charset="2"/>
              </a:rPr>
              <a:t>Seed, expression.</a:t>
            </a:r>
          </a:p>
          <a:p>
            <a:r>
              <a:rPr lang="en-US" dirty="0">
                <a:sym typeface="Wingdings" pitchFamily="2" charset="2"/>
              </a:rPr>
              <a:t>Compare expressions,  IV position, IV number</a:t>
            </a:r>
          </a:p>
          <a:p>
            <a:r>
              <a:rPr lang="en-US" dirty="0">
                <a:sym typeface="Wingdings" pitchFamily="2" charset="2"/>
              </a:rPr>
              <a:t>------------------------------------------------------------</a:t>
            </a:r>
          </a:p>
          <a:p>
            <a:r>
              <a:rPr lang="en-US" dirty="0">
                <a:sym typeface="Wingdings" pitchFamily="2" charset="2"/>
              </a:rPr>
              <a:t>V, V1, V2</a:t>
            </a:r>
          </a:p>
          <a:p>
            <a:r>
              <a:rPr lang="en-US" dirty="0">
                <a:sym typeface="Wingdings" pitchFamily="2" charset="2"/>
              </a:rPr>
              <a:t>IV, IV1,IV2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Linear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Expression(V);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362FDB-D6F3-4E67-D91E-690FDB518768}"/>
                  </a:ext>
                </a:extLst>
              </p14:cNvPr>
              <p14:cNvContentPartPr/>
              <p14:nvPr/>
            </p14:nvContentPartPr>
            <p14:xfrm>
              <a:off x="12716351" y="2426342"/>
              <a:ext cx="2880" cy="2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362FDB-D6F3-4E67-D91E-690FDB5187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10231" y="2420222"/>
                <a:ext cx="15120" cy="1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412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35CB4D-1891-CE3A-98D8-63E91B50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203200"/>
            <a:ext cx="7175500" cy="64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76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B4A75F07-7BEB-34F6-48C6-641A5FC91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23"/>
          <a:stretch>
            <a:fillRect/>
          </a:stretch>
        </p:blipFill>
        <p:spPr>
          <a:xfrm>
            <a:off x="4233248" y="1522075"/>
            <a:ext cx="4034268" cy="453907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8DF3493-A302-752B-D2EB-79E2A940CB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188"/>
          <a:stretch>
            <a:fillRect/>
          </a:stretch>
        </p:blipFill>
        <p:spPr>
          <a:xfrm>
            <a:off x="468594" y="641444"/>
            <a:ext cx="3750508" cy="54736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6763D8-3FCD-D4BE-E89C-62EB308431A0}"/>
              </a:ext>
            </a:extLst>
          </p:cNvPr>
          <p:cNvSpPr/>
          <p:nvPr/>
        </p:nvSpPr>
        <p:spPr>
          <a:xfrm>
            <a:off x="5281583" y="2202493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E367E-0C62-D32A-B8D2-C691BDBA1849}"/>
              </a:ext>
            </a:extLst>
          </p:cNvPr>
          <p:cNvSpPr/>
          <p:nvPr/>
        </p:nvSpPr>
        <p:spPr>
          <a:xfrm>
            <a:off x="5281583" y="3253515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79FC5-A914-AA14-9643-AC018AE2C6FD}"/>
              </a:ext>
            </a:extLst>
          </p:cNvPr>
          <p:cNvSpPr/>
          <p:nvPr/>
        </p:nvSpPr>
        <p:spPr>
          <a:xfrm>
            <a:off x="5281582" y="4990016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27DA2-0320-3ACA-63E9-1F1F97DA1FA3}"/>
              </a:ext>
            </a:extLst>
          </p:cNvPr>
          <p:cNvSpPr txBox="1"/>
          <p:nvPr/>
        </p:nvSpPr>
        <p:spPr>
          <a:xfrm>
            <a:off x="8320523" y="2232456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33CC1-13F1-1E3A-A69D-F227504423A8}"/>
              </a:ext>
            </a:extLst>
          </p:cNvPr>
          <p:cNvSpPr txBox="1"/>
          <p:nvPr/>
        </p:nvSpPr>
        <p:spPr>
          <a:xfrm>
            <a:off x="8327043" y="3293271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870AD-5776-5AEB-30FF-873E3DC71617}"/>
              </a:ext>
            </a:extLst>
          </p:cNvPr>
          <p:cNvSpPr txBox="1"/>
          <p:nvPr/>
        </p:nvSpPr>
        <p:spPr>
          <a:xfrm>
            <a:off x="8320524" y="5033231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8DF894-7E21-398F-8BA6-E4E0BA11781B}"/>
              </a:ext>
            </a:extLst>
          </p:cNvPr>
          <p:cNvCxnSpPr>
            <a:cxnSpLocks/>
          </p:cNvCxnSpPr>
          <p:nvPr/>
        </p:nvCxnSpPr>
        <p:spPr>
          <a:xfrm flipV="1">
            <a:off x="9010719" y="2143069"/>
            <a:ext cx="0" cy="551543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17360E-7843-177B-5EDC-2E12394816B3}"/>
              </a:ext>
            </a:extLst>
          </p:cNvPr>
          <p:cNvCxnSpPr>
            <a:cxnSpLocks/>
          </p:cNvCxnSpPr>
          <p:nvPr/>
        </p:nvCxnSpPr>
        <p:spPr>
          <a:xfrm>
            <a:off x="9010719" y="3125006"/>
            <a:ext cx="0" cy="548640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4C8E17-DF0A-D4E0-5B82-0D438B247377}"/>
              </a:ext>
            </a:extLst>
          </p:cNvPr>
          <p:cNvSpPr txBox="1"/>
          <p:nvPr/>
        </p:nvSpPr>
        <p:spPr>
          <a:xfrm>
            <a:off x="8714804" y="271164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9437FF">
                    <a:alpha val="85000"/>
                  </a:srgbClr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SS1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B8DA61-68C0-AF8D-65A3-49DC5001DFB8}"/>
              </a:ext>
            </a:extLst>
          </p:cNvPr>
          <p:cNvCxnSpPr>
            <a:cxnSpLocks/>
          </p:cNvCxnSpPr>
          <p:nvPr/>
        </p:nvCxnSpPr>
        <p:spPr>
          <a:xfrm>
            <a:off x="5241826" y="3685987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498193-3C02-B471-F9B2-46B4212127BB}"/>
              </a:ext>
            </a:extLst>
          </p:cNvPr>
          <p:cNvCxnSpPr>
            <a:cxnSpLocks/>
          </p:cNvCxnSpPr>
          <p:nvPr/>
        </p:nvCxnSpPr>
        <p:spPr>
          <a:xfrm>
            <a:off x="5241824" y="2143069"/>
            <a:ext cx="3906181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7D76B1-52E7-5951-D7ED-FB2963BF7B79}"/>
              </a:ext>
            </a:extLst>
          </p:cNvPr>
          <p:cNvCxnSpPr/>
          <p:nvPr/>
        </p:nvCxnSpPr>
        <p:spPr>
          <a:xfrm>
            <a:off x="5241824" y="4936096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B6542A-5B8F-71B9-7280-2BBEC7722256}"/>
              </a:ext>
            </a:extLst>
          </p:cNvPr>
          <p:cNvCxnSpPr/>
          <p:nvPr/>
        </p:nvCxnSpPr>
        <p:spPr>
          <a:xfrm>
            <a:off x="5239513" y="5687956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62BD82-48CB-0A1C-091E-88EEB73496BD}"/>
              </a:ext>
            </a:extLst>
          </p:cNvPr>
          <p:cNvSpPr txBox="1"/>
          <p:nvPr/>
        </p:nvSpPr>
        <p:spPr>
          <a:xfrm>
            <a:off x="8713733" y="514609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9437FF">
                    <a:alpha val="85000"/>
                  </a:srgbClr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SS2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4A7152-7A5A-E98B-7CA3-E64A5AD1DBD1}"/>
              </a:ext>
            </a:extLst>
          </p:cNvPr>
          <p:cNvSpPr/>
          <p:nvPr/>
        </p:nvSpPr>
        <p:spPr>
          <a:xfrm>
            <a:off x="3025345" y="2420591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D5082C0-58A7-7DE9-9A5A-D58C68330A56}"/>
              </a:ext>
            </a:extLst>
          </p:cNvPr>
          <p:cNvSpPr/>
          <p:nvPr/>
        </p:nvSpPr>
        <p:spPr>
          <a:xfrm>
            <a:off x="2978187" y="3145638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24C9261-AD23-6F3E-8012-98D379A99B98}"/>
              </a:ext>
            </a:extLst>
          </p:cNvPr>
          <p:cNvCxnSpPr>
            <a:cxnSpLocks/>
            <a:stCxn id="25" idx="3"/>
          </p:cNvCxnSpPr>
          <p:nvPr/>
        </p:nvCxnSpPr>
        <p:spPr>
          <a:xfrm rot="5400000" flipH="1" flipV="1">
            <a:off x="4023906" y="1298042"/>
            <a:ext cx="277252" cy="2227967"/>
          </a:xfrm>
          <a:prstGeom prst="bentConnector4">
            <a:avLst>
              <a:gd name="adj1" fmla="val -8614"/>
              <a:gd name="adj2" fmla="val 48134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4615BCC-F4DB-6F02-BB95-77BF4BA936D9}"/>
              </a:ext>
            </a:extLst>
          </p:cNvPr>
          <p:cNvSpPr/>
          <p:nvPr/>
        </p:nvSpPr>
        <p:spPr>
          <a:xfrm>
            <a:off x="3062044" y="5221949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A978DAE-2CD3-C063-4004-57DEF67E3002}"/>
              </a:ext>
            </a:extLst>
          </p:cNvPr>
          <p:cNvCxnSpPr>
            <a:cxnSpLocks/>
          </p:cNvCxnSpPr>
          <p:nvPr/>
        </p:nvCxnSpPr>
        <p:spPr>
          <a:xfrm flipV="1">
            <a:off x="2924368" y="5033231"/>
            <a:ext cx="2352148" cy="235057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EBAE4E8C-50DB-91CF-0256-D0F9C09BF087}"/>
              </a:ext>
            </a:extLst>
          </p:cNvPr>
          <p:cNvSpPr>
            <a:spLocks noChangeAspect="1"/>
          </p:cNvSpPr>
          <p:nvPr/>
        </p:nvSpPr>
        <p:spPr>
          <a:xfrm>
            <a:off x="1479505" y="2479070"/>
            <a:ext cx="95029" cy="9502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BB82820-13AC-553E-77C3-7A29C60B2680}"/>
              </a:ext>
            </a:extLst>
          </p:cNvPr>
          <p:cNvSpPr>
            <a:spLocks noChangeAspect="1"/>
          </p:cNvSpPr>
          <p:nvPr/>
        </p:nvSpPr>
        <p:spPr>
          <a:xfrm>
            <a:off x="1005528" y="3167741"/>
            <a:ext cx="95029" cy="9502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EBC2EC-E4E9-DB07-0C2D-6E09A12D9F64}"/>
              </a:ext>
            </a:extLst>
          </p:cNvPr>
          <p:cNvSpPr txBox="1"/>
          <p:nvPr/>
        </p:nvSpPr>
        <p:spPr>
          <a:xfrm>
            <a:off x="576761" y="3314683"/>
            <a:ext cx="9509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Depends</a:t>
            </a:r>
          </a:p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07DF0BC-EB2C-A855-C7EC-060805C8C524}"/>
              </a:ext>
            </a:extLst>
          </p:cNvPr>
          <p:cNvSpPr/>
          <p:nvPr/>
        </p:nvSpPr>
        <p:spPr>
          <a:xfrm>
            <a:off x="2483893" y="671850"/>
            <a:ext cx="2205952" cy="61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0EE69B-6C49-9244-4938-FE615A519A65}"/>
              </a:ext>
            </a:extLst>
          </p:cNvPr>
          <p:cNvCxnSpPr>
            <a:cxnSpLocks/>
          </p:cNvCxnSpPr>
          <p:nvPr/>
        </p:nvCxnSpPr>
        <p:spPr>
          <a:xfrm>
            <a:off x="7882667" y="255348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F468E36-3BC3-6FEB-A428-AB162F208394}"/>
              </a:ext>
            </a:extLst>
          </p:cNvPr>
          <p:cNvCxnSpPr>
            <a:cxnSpLocks/>
          </p:cNvCxnSpPr>
          <p:nvPr/>
        </p:nvCxnSpPr>
        <p:spPr>
          <a:xfrm>
            <a:off x="7874200" y="3621219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B586184-9838-0125-DDE5-D895FA83013E}"/>
              </a:ext>
            </a:extLst>
          </p:cNvPr>
          <p:cNvCxnSpPr>
            <a:cxnSpLocks/>
          </p:cNvCxnSpPr>
          <p:nvPr/>
        </p:nvCxnSpPr>
        <p:spPr>
          <a:xfrm>
            <a:off x="7874200" y="5357720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Close with solid fill">
            <a:extLst>
              <a:ext uri="{FF2B5EF4-FFF2-40B4-BE49-F238E27FC236}">
                <a16:creationId xmlns:a16="http://schemas.microsoft.com/office/drawing/2014/main" id="{B22E8053-513C-13DF-7CB1-F73ED204F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8612" y="918094"/>
            <a:ext cx="512447" cy="512447"/>
          </a:xfrm>
          <a:prstGeom prst="rect">
            <a:avLst/>
          </a:prstGeom>
        </p:spPr>
      </p:pic>
      <p:pic>
        <p:nvPicPr>
          <p:cNvPr id="125" name="Graphic 124" descr="Power with solid fill">
            <a:extLst>
              <a:ext uri="{FF2B5EF4-FFF2-40B4-BE49-F238E27FC236}">
                <a16:creationId xmlns:a16="http://schemas.microsoft.com/office/drawing/2014/main" id="{DF62913F-41F5-700C-EA86-B2D6CE3AD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2963" y="2743198"/>
            <a:ext cx="389402" cy="389402"/>
          </a:xfrm>
          <a:prstGeom prst="rect">
            <a:avLst/>
          </a:prstGeom>
        </p:spPr>
      </p:pic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34855F19-7BDB-6110-BC4D-EC44C8BEB4C7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8352365" y="1408439"/>
            <a:ext cx="389490" cy="1529460"/>
          </a:xfrm>
          <a:prstGeom prst="bentConnector2">
            <a:avLst/>
          </a:prstGeom>
          <a:ln w="34925">
            <a:solidFill>
              <a:schemeClr val="accent2"/>
            </a:solidFill>
            <a:prstDash val="sysDot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A5607D6-9AA6-8AB2-CDE3-D2DBBE848C72}"/>
              </a:ext>
            </a:extLst>
          </p:cNvPr>
          <p:cNvSpPr txBox="1"/>
          <p:nvPr/>
        </p:nvSpPr>
        <p:spPr>
          <a:xfrm>
            <a:off x="6228789" y="797903"/>
            <a:ext cx="2234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CS1 uses old value</a:t>
            </a:r>
          </a:p>
          <a:p>
            <a:pPr algn="ctr"/>
            <a:r>
              <a:rPr lang="en-US" sz="2000" dirty="0">
                <a:solidFill>
                  <a:srgbClr val="011893"/>
                </a:solidFill>
              </a:rPr>
              <a:t>CS2 uses new value</a:t>
            </a:r>
          </a:p>
        </p:txBody>
      </p:sp>
      <p:pic>
        <p:nvPicPr>
          <p:cNvPr id="131" name="Graphic 130" descr="Power with solid fill">
            <a:extLst>
              <a:ext uri="{FF2B5EF4-FFF2-40B4-BE49-F238E27FC236}">
                <a16:creationId xmlns:a16="http://schemas.microsoft.com/office/drawing/2014/main" id="{D80C73B5-20B2-3913-F4DC-E26FD70B0C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730" y="5676459"/>
            <a:ext cx="389402" cy="389402"/>
          </a:xfrm>
          <a:prstGeom prst="rect">
            <a:avLst/>
          </a:prstGeom>
        </p:spPr>
      </p:pic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18DA66DA-2272-1EB2-DAF7-D3121C3A557A}"/>
              </a:ext>
            </a:extLst>
          </p:cNvPr>
          <p:cNvCxnSpPr>
            <a:cxnSpLocks/>
            <a:stCxn id="150" idx="3"/>
            <a:endCxn id="131" idx="3"/>
          </p:cNvCxnSpPr>
          <p:nvPr/>
        </p:nvCxnSpPr>
        <p:spPr>
          <a:xfrm flipH="1" flipV="1">
            <a:off x="8772132" y="5871160"/>
            <a:ext cx="225947" cy="505708"/>
          </a:xfrm>
          <a:prstGeom prst="bentConnector3">
            <a:avLst>
              <a:gd name="adj1" fmla="val -46812"/>
            </a:avLst>
          </a:prstGeom>
          <a:ln w="34925">
            <a:solidFill>
              <a:schemeClr val="accent2"/>
            </a:solidFill>
            <a:prstDash val="sysDot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Close with solid fill">
            <a:extLst>
              <a:ext uri="{FF2B5EF4-FFF2-40B4-BE49-F238E27FC236}">
                <a16:creationId xmlns:a16="http://schemas.microsoft.com/office/drawing/2014/main" id="{D44C8DB0-0590-6413-458E-984ACF242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5632" y="6120644"/>
            <a:ext cx="512447" cy="512447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E30D5CC8-EB64-BA7B-C30A-FAE767FC5B91}"/>
              </a:ext>
            </a:extLst>
          </p:cNvPr>
          <p:cNvSpPr txBox="1"/>
          <p:nvPr/>
        </p:nvSpPr>
        <p:spPr>
          <a:xfrm>
            <a:off x="6228789" y="6013636"/>
            <a:ext cx="2234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CS1 uses old value</a:t>
            </a:r>
          </a:p>
          <a:p>
            <a:pPr algn="ctr"/>
            <a:r>
              <a:rPr lang="en-US" sz="2000" dirty="0">
                <a:solidFill>
                  <a:srgbClr val="011893"/>
                </a:solidFill>
              </a:rPr>
              <a:t>CS2 uses new value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82176E3-6755-DD97-5366-43C0130F14A9}"/>
              </a:ext>
            </a:extLst>
          </p:cNvPr>
          <p:cNvSpPr/>
          <p:nvPr/>
        </p:nvSpPr>
        <p:spPr>
          <a:xfrm>
            <a:off x="4257890" y="1539725"/>
            <a:ext cx="3970838" cy="4321606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2" name="Curved Connector 201">
            <a:extLst>
              <a:ext uri="{FF2B5EF4-FFF2-40B4-BE49-F238E27FC236}">
                <a16:creationId xmlns:a16="http://schemas.microsoft.com/office/drawing/2014/main" id="{EA420CC3-99F9-A9E2-0B89-10BF9488F416}"/>
              </a:ext>
            </a:extLst>
          </p:cNvPr>
          <p:cNvCxnSpPr>
            <a:cxnSpLocks/>
            <a:stCxn id="48" idx="2"/>
            <a:endCxn id="47" idx="2"/>
          </p:cNvCxnSpPr>
          <p:nvPr/>
        </p:nvCxnSpPr>
        <p:spPr>
          <a:xfrm rot="10800000" flipH="1">
            <a:off x="1005527" y="2526586"/>
            <a:ext cx="473977" cy="688671"/>
          </a:xfrm>
          <a:prstGeom prst="curvedConnector3">
            <a:avLst>
              <a:gd name="adj1" fmla="val -48230"/>
            </a:avLst>
          </a:prstGeom>
          <a:ln w="3810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5F3DFE3F-5FC4-0E77-B5BD-7EB51D4B0A86}"/>
              </a:ext>
            </a:extLst>
          </p:cNvPr>
          <p:cNvCxnSpPr>
            <a:cxnSpLocks/>
            <a:stCxn id="33" idx="2"/>
          </p:cNvCxnSpPr>
          <p:nvPr/>
        </p:nvCxnSpPr>
        <p:spPr>
          <a:xfrm rot="10800000" flipH="1" flipV="1">
            <a:off x="2978187" y="3221825"/>
            <a:ext cx="2290828" cy="92857"/>
          </a:xfrm>
          <a:prstGeom prst="bentConnector3">
            <a:avLst>
              <a:gd name="adj1" fmla="val 51384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804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F544F-A471-9740-3F68-8944C33B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5D04F4A-B411-3837-0D01-94874E8587A8}"/>
                  </a:ext>
                </a:extLst>
              </p14:cNvPr>
              <p14:cNvContentPartPr/>
              <p14:nvPr/>
            </p14:nvContentPartPr>
            <p14:xfrm>
              <a:off x="1913111" y="3098822"/>
              <a:ext cx="357120" cy="760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5D04F4A-B411-3837-0D01-94874E8587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6991" y="3092702"/>
                <a:ext cx="369360" cy="7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0F484BF-62C4-1A58-D31D-AB962C3C39D0}"/>
                  </a:ext>
                </a:extLst>
              </p14:cNvPr>
              <p14:cNvContentPartPr/>
              <p14:nvPr/>
            </p14:nvContentPartPr>
            <p14:xfrm>
              <a:off x="10055231" y="2895782"/>
              <a:ext cx="356760" cy="308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0F484BF-62C4-1A58-D31D-AB962C3C39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49111" y="2889662"/>
                <a:ext cx="3690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FE432D8-D41E-9FA3-C0D3-4C8420D11E5A}"/>
                  </a:ext>
                </a:extLst>
              </p14:cNvPr>
              <p14:cNvContentPartPr/>
              <p14:nvPr/>
            </p14:nvContentPartPr>
            <p14:xfrm>
              <a:off x="9768311" y="3406982"/>
              <a:ext cx="466200" cy="10011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FE432D8-D41E-9FA3-C0D3-4C8420D11E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62191" y="3400862"/>
                <a:ext cx="478440" cy="10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1577A60D-3760-C8CC-91CE-9557B27B0F83}"/>
              </a:ext>
            </a:extLst>
          </p:cNvPr>
          <p:cNvGrpSpPr/>
          <p:nvPr/>
        </p:nvGrpSpPr>
        <p:grpSpPr>
          <a:xfrm>
            <a:off x="625031" y="2758982"/>
            <a:ext cx="11364840" cy="3193920"/>
            <a:chOff x="625031" y="2758982"/>
            <a:chExt cx="11364840" cy="31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5961D96-751A-D116-F554-42F6DC03B56E}"/>
                    </a:ext>
                  </a:extLst>
                </p14:cNvPr>
                <p14:cNvContentPartPr/>
                <p14:nvPr/>
              </p14:nvContentPartPr>
              <p14:xfrm>
                <a:off x="10250711" y="2814422"/>
                <a:ext cx="1739160" cy="208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5961D96-751A-D116-F554-42F6DC03B5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44591" y="2808302"/>
                  <a:ext cx="1751400" cy="20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5AF2DA-DA1F-E947-88A4-D8BF8C540346}"/>
                    </a:ext>
                  </a:extLst>
                </p14:cNvPr>
                <p14:cNvContentPartPr/>
                <p14:nvPr/>
              </p14:nvContentPartPr>
              <p14:xfrm>
                <a:off x="1702871" y="4555742"/>
                <a:ext cx="1803600" cy="74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5AF2DA-DA1F-E947-88A4-D8BF8C5403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6751" y="4549622"/>
                  <a:ext cx="1815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0C70EE-6365-FD38-111F-BA1B983B0667}"/>
                    </a:ext>
                  </a:extLst>
                </p14:cNvPr>
                <p14:cNvContentPartPr/>
                <p14:nvPr/>
              </p14:nvContentPartPr>
              <p14:xfrm>
                <a:off x="3355991" y="4530902"/>
                <a:ext cx="113760" cy="15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0C70EE-6365-FD38-111F-BA1B983B06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9871" y="4524782"/>
                  <a:ext cx="126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32A31C-5663-4CC5-2A21-D8E2A5A3185F}"/>
                    </a:ext>
                  </a:extLst>
                </p14:cNvPr>
                <p14:cNvContentPartPr/>
                <p14:nvPr/>
              </p14:nvContentPartPr>
              <p14:xfrm>
                <a:off x="1646351" y="2987942"/>
                <a:ext cx="208080" cy="19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32A31C-5663-4CC5-2A21-D8E2A5A318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0231" y="2981822"/>
                  <a:ext cx="220320" cy="19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66A0AC-D75A-1E4B-9028-699C1BEAFF84}"/>
                    </a:ext>
                  </a:extLst>
                </p14:cNvPr>
                <p14:cNvContentPartPr/>
                <p14:nvPr/>
              </p14:nvContentPartPr>
              <p14:xfrm>
                <a:off x="1620431" y="2832422"/>
                <a:ext cx="380160" cy="247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66A0AC-D75A-1E4B-9028-699C1BEAFF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4311" y="2826302"/>
                  <a:ext cx="392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363B9D6-C1A3-9DA5-7B64-B7624B5EDB91}"/>
                    </a:ext>
                  </a:extLst>
                </p14:cNvPr>
                <p14:cNvContentPartPr/>
                <p14:nvPr/>
              </p14:nvContentPartPr>
              <p14:xfrm>
                <a:off x="4128911" y="4550702"/>
                <a:ext cx="159012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363B9D6-C1A3-9DA5-7B64-B7624B5EDB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22791" y="4544582"/>
                  <a:ext cx="1602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EF212F-E771-1D75-D70D-1CA5116DDAC3}"/>
                    </a:ext>
                  </a:extLst>
                </p14:cNvPr>
                <p14:cNvContentPartPr/>
                <p14:nvPr/>
              </p14:nvContentPartPr>
              <p14:xfrm>
                <a:off x="4130351" y="2897222"/>
                <a:ext cx="42480" cy="2233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EF212F-E771-1D75-D70D-1CA5116DDA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24231" y="2891102"/>
                  <a:ext cx="54720" cy="22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EA78CE-708C-4933-BED6-99C07A59C10C}"/>
                    </a:ext>
                  </a:extLst>
                </p14:cNvPr>
                <p14:cNvContentPartPr/>
                <p14:nvPr/>
              </p14:nvContentPartPr>
              <p14:xfrm>
                <a:off x="6173711" y="2910182"/>
                <a:ext cx="1559160" cy="1854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EA78CE-708C-4933-BED6-99C07A59C1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7591" y="2904062"/>
                  <a:ext cx="1571400" cy="18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0889E5-2851-48A2-FBF1-DA77D9685BF1}"/>
                    </a:ext>
                  </a:extLst>
                </p14:cNvPr>
                <p14:cNvContentPartPr/>
                <p14:nvPr/>
              </p14:nvContentPartPr>
              <p14:xfrm>
                <a:off x="8150831" y="2758982"/>
                <a:ext cx="1017360" cy="228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0889E5-2851-48A2-FBF1-DA77D9685B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44711" y="2752862"/>
                  <a:ext cx="1029600" cy="22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5B5E5F-649F-7528-6B47-4EBE65590481}"/>
                    </a:ext>
                  </a:extLst>
                </p14:cNvPr>
                <p14:cNvContentPartPr/>
                <p14:nvPr/>
              </p14:nvContentPartPr>
              <p14:xfrm>
                <a:off x="1766231" y="5176022"/>
                <a:ext cx="829080" cy="569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5B5E5F-649F-7528-6B47-4EBE655904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60111" y="5169902"/>
                  <a:ext cx="84132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DB62B4-A853-4670-3852-1B2E6F6E8E0C}"/>
                    </a:ext>
                  </a:extLst>
                </p14:cNvPr>
                <p14:cNvContentPartPr/>
                <p14:nvPr/>
              </p14:nvContentPartPr>
              <p14:xfrm>
                <a:off x="2441231" y="5223182"/>
                <a:ext cx="779760" cy="690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DB62B4-A853-4670-3852-1B2E6F6E8E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35111" y="5217062"/>
                  <a:ext cx="79200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3B12DB-E208-FAAA-F836-34CE5B8CE160}"/>
                    </a:ext>
                  </a:extLst>
                </p14:cNvPr>
                <p14:cNvContentPartPr/>
                <p14:nvPr/>
              </p14:nvContentPartPr>
              <p14:xfrm>
                <a:off x="4654151" y="5072342"/>
                <a:ext cx="172080" cy="880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3B12DB-E208-FAAA-F836-34CE5B8CE1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48031" y="5066222"/>
                  <a:ext cx="18432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AAA4CC-CCDF-838D-AB02-1B00035324A4}"/>
                    </a:ext>
                  </a:extLst>
                </p14:cNvPr>
                <p14:cNvContentPartPr/>
                <p14:nvPr/>
              </p14:nvContentPartPr>
              <p14:xfrm>
                <a:off x="4742711" y="5271062"/>
                <a:ext cx="499680" cy="37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AAA4CC-CCDF-838D-AB02-1B00035324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36591" y="5264942"/>
                  <a:ext cx="5119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CDCD03-189A-8ACA-96A1-795F874C87DA}"/>
                    </a:ext>
                  </a:extLst>
                </p14:cNvPr>
                <p14:cNvContentPartPr/>
                <p14:nvPr/>
              </p14:nvContentPartPr>
              <p14:xfrm>
                <a:off x="6558911" y="5102582"/>
                <a:ext cx="190800" cy="792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CDCD03-189A-8ACA-96A1-795F874C87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52791" y="5096462"/>
                  <a:ext cx="20304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5045AB4-2C9E-A2A1-067B-770566DFC959}"/>
                    </a:ext>
                  </a:extLst>
                </p14:cNvPr>
                <p14:cNvContentPartPr/>
                <p14:nvPr/>
              </p14:nvContentPartPr>
              <p14:xfrm>
                <a:off x="6644951" y="5087102"/>
                <a:ext cx="284040" cy="283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5045AB4-2C9E-A2A1-067B-770566DFC95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38831" y="5080982"/>
                  <a:ext cx="296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CBC1CB-FFB8-398D-31EC-883B0830441A}"/>
                    </a:ext>
                  </a:extLst>
                </p14:cNvPr>
                <p14:cNvContentPartPr/>
                <p14:nvPr/>
              </p14:nvContentPartPr>
              <p14:xfrm>
                <a:off x="8516951" y="5163782"/>
                <a:ext cx="805680" cy="64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CBC1CB-FFB8-398D-31EC-883B083044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10831" y="5157662"/>
                  <a:ext cx="81792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F72741-083E-EA62-FB44-FE0FDA7E5D5E}"/>
                    </a:ext>
                  </a:extLst>
                </p14:cNvPr>
                <p14:cNvContentPartPr/>
                <p14:nvPr/>
              </p14:nvContentPartPr>
              <p14:xfrm>
                <a:off x="10396511" y="5183582"/>
                <a:ext cx="1234800" cy="47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F72741-083E-EA62-FB44-FE0FDA7E5D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90391" y="5177462"/>
                  <a:ext cx="12470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7836331-9A13-22A0-38D2-800711508A56}"/>
                    </a:ext>
                  </a:extLst>
                </p14:cNvPr>
                <p14:cNvContentPartPr/>
                <p14:nvPr/>
              </p14:nvContentPartPr>
              <p14:xfrm>
                <a:off x="1508471" y="2770142"/>
                <a:ext cx="8969400" cy="227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7836331-9A13-22A0-38D2-800711508A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02351" y="2764022"/>
                  <a:ext cx="8981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C055083-0D44-7855-C861-7A350CB6A7AD}"/>
                    </a:ext>
                  </a:extLst>
                </p14:cNvPr>
                <p14:cNvContentPartPr/>
                <p14:nvPr/>
              </p14:nvContentPartPr>
              <p14:xfrm>
                <a:off x="626111" y="3139502"/>
                <a:ext cx="288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C055083-0D44-7855-C861-7A350CB6A7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991" y="3133382"/>
                  <a:ext cx="15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0687D4-3F1A-EB7B-A7A2-B5A419FBAD73}"/>
                    </a:ext>
                  </a:extLst>
                </p14:cNvPr>
                <p14:cNvContentPartPr/>
                <p14:nvPr/>
              </p14:nvContentPartPr>
              <p14:xfrm>
                <a:off x="625031" y="3114302"/>
                <a:ext cx="957600" cy="309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0687D4-3F1A-EB7B-A7A2-B5A419FBAD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8911" y="3108182"/>
                  <a:ext cx="969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D26815-25F9-CA66-9E60-9833B21E36F9}"/>
                    </a:ext>
                  </a:extLst>
                </p14:cNvPr>
                <p14:cNvContentPartPr/>
                <p14:nvPr/>
              </p14:nvContentPartPr>
              <p14:xfrm>
                <a:off x="1399391" y="3216902"/>
                <a:ext cx="81720" cy="13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D26815-25F9-CA66-9E60-9833B21E36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93271" y="3210782"/>
                  <a:ext cx="93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AC75EF-73D4-0082-39DA-72CD7D2B9001}"/>
                    </a:ext>
                  </a:extLst>
                </p14:cNvPr>
                <p14:cNvContentPartPr/>
                <p14:nvPr/>
              </p14:nvContentPartPr>
              <p14:xfrm>
                <a:off x="1660031" y="3495542"/>
                <a:ext cx="464040" cy="2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AC75EF-73D4-0082-39DA-72CD7D2B900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53911" y="3489422"/>
                  <a:ext cx="476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2FBE2C-59BA-3A1F-B73B-5211C423491F}"/>
                    </a:ext>
                  </a:extLst>
                </p14:cNvPr>
                <p14:cNvContentPartPr/>
                <p14:nvPr/>
              </p14:nvContentPartPr>
              <p14:xfrm>
                <a:off x="1849391" y="3634862"/>
                <a:ext cx="178200" cy="102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2FBE2C-59BA-3A1F-B73B-5211C42349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43271" y="3628742"/>
                  <a:ext cx="19044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38F33E-E537-CFF5-0283-C55AE9E24A9B}"/>
                    </a:ext>
                  </a:extLst>
                </p14:cNvPr>
                <p14:cNvContentPartPr/>
                <p14:nvPr/>
              </p14:nvContentPartPr>
              <p14:xfrm>
                <a:off x="2071151" y="3498062"/>
                <a:ext cx="179280" cy="1050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38F33E-E537-CFF5-0283-C55AE9E24A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5031" y="3491942"/>
                  <a:ext cx="191520" cy="10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CA97E29-E310-50E8-BB4C-644028A9AAE2}"/>
                    </a:ext>
                  </a:extLst>
                </p14:cNvPr>
                <p14:cNvContentPartPr/>
                <p14:nvPr/>
              </p14:nvContentPartPr>
              <p14:xfrm>
                <a:off x="2376431" y="3274862"/>
                <a:ext cx="31320" cy="1252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CA97E29-E310-50E8-BB4C-644028A9AA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70311" y="3268742"/>
                  <a:ext cx="43560" cy="12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BB70431-8439-2533-188F-5CA5109296B7}"/>
                    </a:ext>
                  </a:extLst>
                </p14:cNvPr>
                <p14:cNvContentPartPr/>
                <p14:nvPr/>
              </p14:nvContentPartPr>
              <p14:xfrm>
                <a:off x="2733911" y="3124022"/>
                <a:ext cx="51480" cy="171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BB70431-8439-2533-188F-5CA5109296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27791" y="3117902"/>
                  <a:ext cx="63720" cy="17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9B2CE0-3DA1-33E8-ED2C-54A615C44C4D}"/>
                    </a:ext>
                  </a:extLst>
                </p14:cNvPr>
                <p14:cNvContentPartPr/>
                <p14:nvPr/>
              </p14:nvContentPartPr>
              <p14:xfrm>
                <a:off x="1900151" y="3787502"/>
                <a:ext cx="143640" cy="16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9B2CE0-3DA1-33E8-ED2C-54A615C44C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94031" y="3781382"/>
                  <a:ext cx="155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54D313D-2580-898C-1B33-F781A6AEE573}"/>
                    </a:ext>
                  </a:extLst>
                </p14:cNvPr>
                <p14:cNvContentPartPr/>
                <p14:nvPr/>
              </p14:nvContentPartPr>
              <p14:xfrm>
                <a:off x="1997711" y="3549182"/>
                <a:ext cx="393480" cy="35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54D313D-2580-898C-1B33-F781A6AEE57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91591" y="3543062"/>
                  <a:ext cx="405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4DAF60-9C02-681E-F998-A946F9968231}"/>
                    </a:ext>
                  </a:extLst>
                </p14:cNvPr>
                <p14:cNvContentPartPr/>
                <p14:nvPr/>
              </p14:nvContentPartPr>
              <p14:xfrm>
                <a:off x="2310191" y="3289982"/>
                <a:ext cx="354600" cy="90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4DAF60-9C02-681E-F998-A946F996823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04071" y="3283862"/>
                  <a:ext cx="366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4BED4FA-75E8-27C1-37DC-B03F4452A8BD}"/>
                    </a:ext>
                  </a:extLst>
                </p14:cNvPr>
                <p14:cNvContentPartPr/>
                <p14:nvPr/>
              </p14:nvContentPartPr>
              <p14:xfrm>
                <a:off x="2162951" y="5398502"/>
                <a:ext cx="7358400" cy="485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4BED4FA-75E8-27C1-37DC-B03F4452A8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56831" y="5392382"/>
                  <a:ext cx="7370640" cy="49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63362FB-C4AB-2ADE-E4A5-991C94B90724}"/>
                  </a:ext>
                </a:extLst>
              </p14:cNvPr>
              <p14:cNvContentPartPr/>
              <p14:nvPr/>
            </p14:nvContentPartPr>
            <p14:xfrm>
              <a:off x="10623671" y="5556902"/>
              <a:ext cx="594000" cy="3405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63362FB-C4AB-2ADE-E4A5-991C94B9072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17551" y="5550782"/>
                <a:ext cx="606240" cy="3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3842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F63316B-840A-9036-FDEC-F71B069C60ED}"/>
              </a:ext>
            </a:extLst>
          </p:cNvPr>
          <p:cNvSpPr txBox="1"/>
          <p:nvPr/>
        </p:nvSpPr>
        <p:spPr>
          <a:xfrm>
            <a:off x="5357411" y="2077832"/>
            <a:ext cx="1239110" cy="72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Offline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Porcessing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56D43B-E212-D95E-89AE-28E1C5EF8580}"/>
              </a:ext>
            </a:extLst>
          </p:cNvPr>
          <p:cNvCxnSpPr>
            <a:cxnSpLocks/>
          </p:cNvCxnSpPr>
          <p:nvPr/>
        </p:nvCxnSpPr>
        <p:spPr>
          <a:xfrm>
            <a:off x="2253992" y="4105482"/>
            <a:ext cx="8093976" cy="0"/>
          </a:xfrm>
          <a:prstGeom prst="line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7731BE-4D7F-F344-858B-43E9AF093E4D}"/>
              </a:ext>
            </a:extLst>
          </p:cNvPr>
          <p:cNvGrpSpPr/>
          <p:nvPr/>
        </p:nvGrpSpPr>
        <p:grpSpPr>
          <a:xfrm>
            <a:off x="3343053" y="1837632"/>
            <a:ext cx="2287059" cy="482456"/>
            <a:chOff x="2154960" y="1800093"/>
            <a:chExt cx="2287059" cy="482456"/>
          </a:xfrm>
        </p:grpSpPr>
        <p:sp>
          <p:nvSpPr>
            <p:cNvPr id="7" name="Document 6">
              <a:extLst>
                <a:ext uri="{FF2B5EF4-FFF2-40B4-BE49-F238E27FC236}">
                  <a16:creationId xmlns:a16="http://schemas.microsoft.com/office/drawing/2014/main" id="{8B8CCDC7-5343-7143-956D-1AA8915EE320}"/>
                </a:ext>
              </a:extLst>
            </p:cNvPr>
            <p:cNvSpPr/>
            <p:nvPr/>
          </p:nvSpPr>
          <p:spPr>
            <a:xfrm>
              <a:off x="2183219" y="1800093"/>
              <a:ext cx="2023911" cy="482456"/>
            </a:xfrm>
            <a:prstGeom prst="flowChartDocument">
              <a:avLst/>
            </a:prstGeom>
            <a:solidFill>
              <a:schemeClr val="bg1">
                <a:lumMod val="95000"/>
                <a:alpha val="4784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3979CC-9FFE-3DB1-97D8-E6139012947E}"/>
                </a:ext>
              </a:extLst>
            </p:cNvPr>
            <p:cNvSpPr txBox="1"/>
            <p:nvPr/>
          </p:nvSpPr>
          <p:spPr>
            <a:xfrm>
              <a:off x="2154960" y="1823954"/>
              <a:ext cx="228705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Kernel Source Code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DD109A-447A-6ABB-E057-9698917D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80462"/>
              </p:ext>
            </p:extLst>
          </p:nvPr>
        </p:nvGraphicFramePr>
        <p:xfrm>
          <a:off x="6696317" y="1826309"/>
          <a:ext cx="375004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2692">
                  <a:extLst>
                    <a:ext uri="{9D8B030D-6E8A-4147-A177-3AD203B41FA5}">
                      <a16:colId xmlns:a16="http://schemas.microsoft.com/office/drawing/2014/main" val="192341082"/>
                    </a:ext>
                  </a:extLst>
                </a:gridCol>
                <a:gridCol w="519289">
                  <a:extLst>
                    <a:ext uri="{9D8B030D-6E8A-4147-A177-3AD203B41FA5}">
                      <a16:colId xmlns:a16="http://schemas.microsoft.com/office/drawing/2014/main" val="3712944957"/>
                    </a:ext>
                  </a:extLst>
                </a:gridCol>
                <a:gridCol w="1094161">
                  <a:extLst>
                    <a:ext uri="{9D8B030D-6E8A-4147-A177-3AD203B41FA5}">
                      <a16:colId xmlns:a16="http://schemas.microsoft.com/office/drawing/2014/main" val="1313720450"/>
                    </a:ext>
                  </a:extLst>
                </a:gridCol>
                <a:gridCol w="611949">
                  <a:extLst>
                    <a:ext uri="{9D8B030D-6E8A-4147-A177-3AD203B41FA5}">
                      <a16:colId xmlns:a16="http://schemas.microsoft.com/office/drawing/2014/main" val="1422016092"/>
                    </a:ext>
                  </a:extLst>
                </a:gridCol>
                <a:gridCol w="611949">
                  <a:extLst>
                    <a:ext uri="{9D8B030D-6E8A-4147-A177-3AD203B41FA5}">
                      <a16:colId xmlns:a16="http://schemas.microsoft.com/office/drawing/2014/main" val="905688894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ConstID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</a:t>
                      </a: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Expression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2D81FF"/>
                          </a:solidFill>
                        </a:rPr>
                        <a:t>CS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437FF"/>
                          </a:solidFill>
                        </a:rPr>
                        <a:t>SS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56442"/>
                  </a:ext>
                </a:extLst>
              </a:tr>
              <a:tr h="16854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29075646"/>
                  </a:ext>
                </a:extLst>
              </a:tr>
              <a:tr h="24482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284774"/>
                  </a:ext>
                </a:extLst>
              </a:tr>
              <a:tr h="1876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11092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EA23FF3-B261-6743-2954-7D420E187E50}"/>
              </a:ext>
            </a:extLst>
          </p:cNvPr>
          <p:cNvSpPr txBox="1"/>
          <p:nvPr/>
        </p:nvSpPr>
        <p:spPr>
          <a:xfrm>
            <a:off x="9312574" y="2883105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Scope Table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4D1221-BF1E-B591-AA27-0459FDF375DF}"/>
              </a:ext>
            </a:extLst>
          </p:cNvPr>
          <p:cNvCxnSpPr/>
          <p:nvPr/>
        </p:nvCxnSpPr>
        <p:spPr>
          <a:xfrm>
            <a:off x="5494289" y="2466049"/>
            <a:ext cx="1148316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nternal Storage 21">
            <a:extLst>
              <a:ext uri="{FF2B5EF4-FFF2-40B4-BE49-F238E27FC236}">
                <a16:creationId xmlns:a16="http://schemas.microsoft.com/office/drawing/2014/main" id="{3E0A9E30-8F51-8DCE-085E-E864BFD4AF2B}"/>
              </a:ext>
            </a:extLst>
          </p:cNvPr>
          <p:cNvSpPr/>
          <p:nvPr/>
        </p:nvSpPr>
        <p:spPr>
          <a:xfrm>
            <a:off x="3364035" y="2407999"/>
            <a:ext cx="2030458" cy="552373"/>
          </a:xfrm>
          <a:prstGeom prst="flowChartInternalStorag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091557-5738-B2AB-9AD9-A9180A3792F7}"/>
              </a:ext>
            </a:extLst>
          </p:cNvPr>
          <p:cNvSpPr txBox="1"/>
          <p:nvPr/>
        </p:nvSpPr>
        <p:spPr>
          <a:xfrm>
            <a:off x="3675503" y="2532151"/>
            <a:ext cx="145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Binary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A1BF5B-6459-6ACC-2EDD-6767ECF26CE8}"/>
              </a:ext>
            </a:extLst>
          </p:cNvPr>
          <p:cNvSpPr txBox="1"/>
          <p:nvPr/>
        </p:nvSpPr>
        <p:spPr>
          <a:xfrm>
            <a:off x="2245606" y="3536218"/>
            <a:ext cx="8527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User space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8248A-B26B-7DD8-B2DA-15419E567178}"/>
              </a:ext>
            </a:extLst>
          </p:cNvPr>
          <p:cNvSpPr txBox="1"/>
          <p:nvPr/>
        </p:nvSpPr>
        <p:spPr>
          <a:xfrm>
            <a:off x="2223983" y="4162414"/>
            <a:ext cx="91263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Kernel space</a:t>
            </a:r>
          </a:p>
        </p:txBody>
      </p:sp>
      <p:pic>
        <p:nvPicPr>
          <p:cNvPr id="29" name="Picture 28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6CC6D9F3-C47F-2CA1-B85B-B9DE8D09A0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2103" y="3206581"/>
            <a:ext cx="426043" cy="4659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BA488BC-FE1D-66BB-F1E0-B3BB98BDFA87}"/>
              </a:ext>
            </a:extLst>
          </p:cNvPr>
          <p:cNvSpPr txBox="1"/>
          <p:nvPr/>
        </p:nvSpPr>
        <p:spPr>
          <a:xfrm>
            <a:off x="2817326" y="2970738"/>
            <a:ext cx="2558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cs typeface="Consolas" panose="020B0609020204030204" pitchFamily="49" charset="0"/>
              </a:rPr>
              <a:t>$ </a:t>
            </a:r>
            <a:r>
              <a:rPr lang="en-US" sz="1600" dirty="0" err="1">
                <a:cs typeface="Consolas" panose="020B0609020204030204" pitchFamily="49" charset="0"/>
              </a:rPr>
              <a:t>xk-gen ConstID xk-stub.c</a:t>
            </a:r>
            <a:endParaRPr lang="en-US" sz="1600" dirty="0">
              <a:cs typeface="Consolas" panose="020B0609020204030204" pitchFamily="49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05784D3-51D5-E91B-F918-497E0BD53545}"/>
              </a:ext>
            </a:extLst>
          </p:cNvPr>
          <p:cNvGrpSpPr/>
          <p:nvPr/>
        </p:nvGrpSpPr>
        <p:grpSpPr>
          <a:xfrm>
            <a:off x="3364035" y="3498754"/>
            <a:ext cx="2030458" cy="450282"/>
            <a:chOff x="3644816" y="4090424"/>
            <a:chExt cx="2030458" cy="587905"/>
          </a:xfrm>
        </p:grpSpPr>
        <p:sp>
          <p:nvSpPr>
            <p:cNvPr id="38" name="Snip Diagonal Corner Rectangle 37">
              <a:extLst>
                <a:ext uri="{FF2B5EF4-FFF2-40B4-BE49-F238E27FC236}">
                  <a16:creationId xmlns:a16="http://schemas.microsoft.com/office/drawing/2014/main" id="{A7E3983F-05B7-2ADE-F1BE-1962BD090F6F}"/>
                </a:ext>
              </a:extLst>
            </p:cNvPr>
            <p:cNvSpPr/>
            <p:nvPr/>
          </p:nvSpPr>
          <p:spPr>
            <a:xfrm>
              <a:off x="3644816" y="4090424"/>
              <a:ext cx="2030458" cy="587905"/>
            </a:xfrm>
            <a:prstGeom prst="snip2DiagRect">
              <a:avLst>
                <a:gd name="adj1" fmla="val 0"/>
                <a:gd name="adj2" fmla="val 27518"/>
              </a:avLst>
            </a:prstGeom>
            <a:solidFill>
              <a:srgbClr val="2D81FF">
                <a:alpha val="2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D10B27-612C-58DF-0EAE-4F44D6913216}"/>
                </a:ext>
              </a:extLst>
            </p:cNvPr>
            <p:cNvSpPr txBox="1"/>
            <p:nvPr/>
          </p:nvSpPr>
          <p:spPr>
            <a:xfrm>
              <a:off x="4144336" y="4170245"/>
              <a:ext cx="1469551" cy="48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XK-stub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F49017-BDB9-DD2E-8302-2B3883E5A338}"/>
              </a:ext>
            </a:extLst>
          </p:cNvPr>
          <p:cNvCxnSpPr>
            <a:cxnSpLocks/>
          </p:cNvCxnSpPr>
          <p:nvPr/>
        </p:nvCxnSpPr>
        <p:spPr>
          <a:xfrm>
            <a:off x="2611780" y="3033249"/>
            <a:ext cx="524835" cy="465569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1E9F0AE-AEAC-2B3D-9B61-27248753F550}"/>
              </a:ext>
            </a:extLst>
          </p:cNvPr>
          <p:cNvCxnSpPr>
            <a:cxnSpLocks/>
          </p:cNvCxnSpPr>
          <p:nvPr/>
        </p:nvCxnSpPr>
        <p:spPr>
          <a:xfrm>
            <a:off x="5494289" y="3740864"/>
            <a:ext cx="681666" cy="0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C35C0C73-FDC3-C809-14CE-D136DCA0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6768" y="2532151"/>
            <a:ext cx="426043" cy="46598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DEC4723-4A71-F6A2-F841-084EE3C92455}"/>
              </a:ext>
            </a:extLst>
          </p:cNvPr>
          <p:cNvSpPr txBox="1"/>
          <p:nvPr/>
        </p:nvSpPr>
        <p:spPr>
          <a:xfrm>
            <a:off x="8185220" y="3127022"/>
            <a:ext cx="146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Synthesize Indirections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B9D50-7C02-E60E-1920-3E40CA6F723C}"/>
              </a:ext>
            </a:extLst>
          </p:cNvPr>
          <p:cNvSpPr txBox="1"/>
          <p:nvPr/>
        </p:nvSpPr>
        <p:spPr>
          <a:xfrm>
            <a:off x="8421765" y="4343444"/>
            <a:ext cx="2015116" cy="360000"/>
          </a:xfrm>
          <a:prstGeom prst="rect">
            <a:avLst/>
          </a:prstGeom>
          <a:solidFill>
            <a:srgbClr val="9DC3E6">
              <a:alpha val="50196"/>
            </a:srgb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Attach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&amp; </a:t>
            </a:r>
            <a:r>
              <a:rPr lang="en-US" dirty="0">
                <a:solidFill>
                  <a:srgbClr val="9437FF"/>
                </a:solidFill>
              </a:rPr>
              <a:t>Transition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7F93747-F8C2-33FD-7FAE-9C515D0705B4}"/>
              </a:ext>
            </a:extLst>
          </p:cNvPr>
          <p:cNvSpPr/>
          <p:nvPr/>
        </p:nvSpPr>
        <p:spPr>
          <a:xfrm>
            <a:off x="6673927" y="2630002"/>
            <a:ext cx="3772430" cy="293586"/>
          </a:xfrm>
          <a:prstGeom prst="roundRect">
            <a:avLst/>
          </a:prstGeom>
          <a:noFill/>
          <a:ln w="603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Predefined Process 112">
            <a:extLst>
              <a:ext uri="{FF2B5EF4-FFF2-40B4-BE49-F238E27FC236}">
                <a16:creationId xmlns:a16="http://schemas.microsoft.com/office/drawing/2014/main" id="{C1EFA53D-B2DA-1A7E-335B-2FD4A756AA84}"/>
              </a:ext>
            </a:extLst>
          </p:cNvPr>
          <p:cNvSpPr/>
          <p:nvPr/>
        </p:nvSpPr>
        <p:spPr>
          <a:xfrm>
            <a:off x="6351067" y="4432362"/>
            <a:ext cx="1777560" cy="671445"/>
          </a:xfrm>
          <a:prstGeom prst="flowChartPredefinedProcess">
            <a:avLst/>
          </a:prstGeom>
          <a:solidFill>
            <a:srgbClr val="CAD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25CD53-07CA-2544-99EE-C658BC1CBF12}"/>
              </a:ext>
            </a:extLst>
          </p:cNvPr>
          <p:cNvSpPr txBox="1"/>
          <p:nvPr/>
        </p:nvSpPr>
        <p:spPr>
          <a:xfrm>
            <a:off x="6401760" y="4435186"/>
            <a:ext cx="1674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Instructions </a:t>
            </a:r>
          </a:p>
          <a:p>
            <a:pPr algn="ctr"/>
            <a:r>
              <a:rPr lang="en-US" sz="1400" dirty="0"/>
              <a:t>(Policy &amp; </a:t>
            </a:r>
            <a:r>
              <a:rPr lang="en-US" sz="1400" dirty="0" err="1"/>
              <a:t>SetVal</a:t>
            </a:r>
            <a:r>
              <a:rPr lang="en-US" sz="1400" dirty="0"/>
              <a:t>)</a:t>
            </a:r>
            <a:endParaRPr lang="en-US" sz="2000" dirty="0"/>
          </a:p>
        </p:txBody>
      </p: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7EDD54F3-6A61-58A8-3388-1CB32110B0DF}"/>
              </a:ext>
            </a:extLst>
          </p:cNvPr>
          <p:cNvCxnSpPr>
            <a:cxnSpLocks/>
            <a:stCxn id="47" idx="3"/>
            <a:endCxn id="113" idx="3"/>
          </p:cNvCxnSpPr>
          <p:nvPr/>
        </p:nvCxnSpPr>
        <p:spPr>
          <a:xfrm>
            <a:off x="7710171" y="3737048"/>
            <a:ext cx="418456" cy="1031037"/>
          </a:xfrm>
          <a:prstGeom prst="curvedConnector3">
            <a:avLst>
              <a:gd name="adj1" fmla="val 154629"/>
            </a:avLst>
          </a:prstGeom>
          <a:ln w="38100">
            <a:solidFill>
              <a:srgbClr val="0070C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E42020B-41C6-DEA2-7621-74EEEC07ED07}"/>
              </a:ext>
            </a:extLst>
          </p:cNvPr>
          <p:cNvCxnSpPr>
            <a:cxnSpLocks/>
          </p:cNvCxnSpPr>
          <p:nvPr/>
        </p:nvCxnSpPr>
        <p:spPr>
          <a:xfrm>
            <a:off x="6189694" y="4560007"/>
            <a:ext cx="0" cy="456792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CDDDAC4-1B9A-79A6-1B64-17867BAB2832}"/>
              </a:ext>
            </a:extLst>
          </p:cNvPr>
          <p:cNvCxnSpPr>
            <a:cxnSpLocks/>
          </p:cNvCxnSpPr>
          <p:nvPr/>
        </p:nvCxnSpPr>
        <p:spPr>
          <a:xfrm flipH="1" flipV="1">
            <a:off x="5366307" y="4803770"/>
            <a:ext cx="801293" cy="154830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97F9D041-A1C9-B4B9-9259-93BF2B9A1F7B}"/>
              </a:ext>
            </a:extLst>
          </p:cNvPr>
          <p:cNvSpPr txBox="1"/>
          <p:nvPr/>
        </p:nvSpPr>
        <p:spPr>
          <a:xfrm>
            <a:off x="5285283" y="5000298"/>
            <a:ext cx="135005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700" dirty="0" err="1">
                <a:solidFill>
                  <a:srgbClr val="011893"/>
                </a:solidFill>
              </a:rPr>
              <a:t>Kprobe</a:t>
            </a:r>
            <a:endParaRPr lang="en-US" sz="1700" dirty="0">
              <a:solidFill>
                <a:srgbClr val="011893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700" dirty="0">
                <a:solidFill>
                  <a:srgbClr val="011893"/>
                </a:solidFill>
              </a:rPr>
              <a:t>redirection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36B1B38E-BF19-56BF-73D8-FC058F020720}"/>
              </a:ext>
            </a:extLst>
          </p:cNvPr>
          <p:cNvCxnSpPr>
            <a:cxnSpLocks/>
            <a:endCxn id="79" idx="0"/>
          </p:cNvCxnSpPr>
          <p:nvPr/>
        </p:nvCxnSpPr>
        <p:spPr>
          <a:xfrm flipV="1">
            <a:off x="5430697" y="4435186"/>
            <a:ext cx="1808083" cy="358198"/>
          </a:xfrm>
          <a:prstGeom prst="bentConnector4">
            <a:avLst>
              <a:gd name="adj1" fmla="val 467"/>
              <a:gd name="adj2" fmla="val 163819"/>
            </a:avLst>
          </a:prstGeom>
          <a:ln w="34925">
            <a:solidFill>
              <a:srgbClr val="0070C0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80BDCD-02ED-D0E8-6BAE-E1315AEDEB30}"/>
              </a:ext>
            </a:extLst>
          </p:cNvPr>
          <p:cNvGrpSpPr/>
          <p:nvPr/>
        </p:nvGrpSpPr>
        <p:grpSpPr>
          <a:xfrm>
            <a:off x="6300980" y="3494586"/>
            <a:ext cx="1774542" cy="450282"/>
            <a:chOff x="3644817" y="4090424"/>
            <a:chExt cx="1774542" cy="587905"/>
          </a:xfrm>
        </p:grpSpPr>
        <p:sp>
          <p:nvSpPr>
            <p:cNvPr id="46" name="Snip Diagonal Corner Rectangle 45">
              <a:extLst>
                <a:ext uri="{FF2B5EF4-FFF2-40B4-BE49-F238E27FC236}">
                  <a16:creationId xmlns:a16="http://schemas.microsoft.com/office/drawing/2014/main" id="{F087B2FF-317F-DCB8-E2F7-9417246C7159}"/>
                </a:ext>
              </a:extLst>
            </p:cNvPr>
            <p:cNvSpPr/>
            <p:nvPr/>
          </p:nvSpPr>
          <p:spPr>
            <a:xfrm>
              <a:off x="3644817" y="4090424"/>
              <a:ext cx="1774542" cy="587905"/>
            </a:xfrm>
            <a:prstGeom prst="snip2DiagRect">
              <a:avLst>
                <a:gd name="adj1" fmla="val 0"/>
                <a:gd name="adj2" fmla="val 0"/>
              </a:avLst>
            </a:prstGeom>
            <a:solidFill>
              <a:srgbClr val="CADB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3A99908-3E30-855B-3884-D3CFEF504DAA}"/>
                </a:ext>
              </a:extLst>
            </p:cNvPr>
            <p:cNvSpPr txBox="1"/>
            <p:nvPr/>
          </p:nvSpPr>
          <p:spPr>
            <a:xfrm>
              <a:off x="4061429" y="4165885"/>
              <a:ext cx="992579" cy="4822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XK-tune</a:t>
              </a: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73710FDE-9ABC-0345-4401-42E2034D5FB9}"/>
              </a:ext>
            </a:extLst>
          </p:cNvPr>
          <p:cNvSpPr txBox="1"/>
          <p:nvPr/>
        </p:nvSpPr>
        <p:spPr>
          <a:xfrm>
            <a:off x="5401038" y="3737945"/>
            <a:ext cx="861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+Policy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C56E21C2-D202-6855-766E-03B9E1438B6D}"/>
              </a:ext>
            </a:extLst>
          </p:cNvPr>
          <p:cNvCxnSpPr>
            <a:cxnSpLocks/>
          </p:cNvCxnSpPr>
          <p:nvPr/>
        </p:nvCxnSpPr>
        <p:spPr>
          <a:xfrm>
            <a:off x="8320174" y="2923588"/>
            <a:ext cx="0" cy="1099638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38CF8354-5D15-E6B3-4845-416F53EFAA25}"/>
              </a:ext>
            </a:extLst>
          </p:cNvPr>
          <p:cNvSpPr/>
          <p:nvPr/>
        </p:nvSpPr>
        <p:spPr>
          <a:xfrm>
            <a:off x="8421765" y="4833866"/>
            <a:ext cx="2009461" cy="40507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4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BAA19BC-87FB-6C43-E92F-192940FE13BF}"/>
              </a:ext>
            </a:extLst>
          </p:cNvPr>
          <p:cNvSpPr txBox="1"/>
          <p:nvPr/>
        </p:nvSpPr>
        <p:spPr>
          <a:xfrm>
            <a:off x="8750461" y="4835476"/>
            <a:ext cx="1313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XK-runtime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6B40FC-AE25-24A8-BC7A-91482A6C21E9}"/>
              </a:ext>
            </a:extLst>
          </p:cNvPr>
          <p:cNvGrpSpPr/>
          <p:nvPr/>
        </p:nvGrpSpPr>
        <p:grpSpPr>
          <a:xfrm>
            <a:off x="9980033" y="2173094"/>
            <a:ext cx="322561" cy="118533"/>
            <a:chOff x="9494313" y="1937170"/>
            <a:chExt cx="322561" cy="11853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C4B7953-B617-4B09-C434-506E302E1C4B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37170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883D5E1-CC35-0DC7-0A5B-290AADE4A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55703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C98B9E-3D2C-21CF-828C-8F51B6949609}"/>
              </a:ext>
            </a:extLst>
          </p:cNvPr>
          <p:cNvGrpSpPr/>
          <p:nvPr/>
        </p:nvGrpSpPr>
        <p:grpSpPr>
          <a:xfrm>
            <a:off x="9353947" y="2195672"/>
            <a:ext cx="322561" cy="73377"/>
            <a:chOff x="9494313" y="1959748"/>
            <a:chExt cx="322561" cy="7337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64F4DF-1E46-67FF-8ED3-B87D07B2AE15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59748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EF9E37-7659-8DD0-03DA-0F42C3E34139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33125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40">
            <a:extLst>
              <a:ext uri="{FF2B5EF4-FFF2-40B4-BE49-F238E27FC236}">
                <a16:creationId xmlns:a16="http://schemas.microsoft.com/office/drawing/2014/main" id="{8AF2FEB9-50E5-2348-8E78-61AE8A39C94D}"/>
              </a:ext>
            </a:extLst>
          </p:cNvPr>
          <p:cNvCxnSpPr>
            <a:cxnSpLocks/>
          </p:cNvCxnSpPr>
          <p:nvPr/>
        </p:nvCxnSpPr>
        <p:spPr>
          <a:xfrm flipV="1">
            <a:off x="2592811" y="2197760"/>
            <a:ext cx="634738" cy="410913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FEBB164-9A8B-D346-957C-F3EF91E64D69}"/>
              </a:ext>
            </a:extLst>
          </p:cNvPr>
          <p:cNvSpPr txBox="1"/>
          <p:nvPr/>
        </p:nvSpPr>
        <p:spPr>
          <a:xfrm>
            <a:off x="2060901" y="1879040"/>
            <a:ext cx="1276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&lt;line, token&gt;</a:t>
            </a:r>
            <a:endParaRPr kumimoji="1" lang="zh-CN" altLang="en-US" sz="1600"/>
          </a:p>
        </p:txBody>
      </p:sp>
      <p:sp>
        <p:nvSpPr>
          <p:cNvPr id="76" name="TextBox 33">
            <a:extLst>
              <a:ext uri="{FF2B5EF4-FFF2-40B4-BE49-F238E27FC236}">
                <a16:creationId xmlns:a16="http://schemas.microsoft.com/office/drawing/2014/main" id="{FC760072-C842-9341-B1FA-2E0EE68E4641}"/>
              </a:ext>
            </a:extLst>
          </p:cNvPr>
          <p:cNvSpPr txBox="1"/>
          <p:nvPr/>
        </p:nvSpPr>
        <p:spPr>
          <a:xfrm>
            <a:off x="8320174" y="3737945"/>
            <a:ext cx="203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$ </a:t>
            </a:r>
            <a:r>
              <a:rPr lang="en-US" dirty="0" err="1">
                <a:cs typeface="Consolas" panose="020B0609020204030204" pitchFamily="49" charset="0"/>
              </a:rPr>
              <a:t>xk-load xk-tune.o</a:t>
            </a:r>
            <a:endParaRPr lang="en-US" dirty="0">
              <a:cs typeface="Consolas" panose="020B0609020204030204" pitchFamily="49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8C599CD-4FA0-7440-ACAD-CBDC3905BEEF}"/>
              </a:ext>
            </a:extLst>
          </p:cNvPr>
          <p:cNvGrpSpPr/>
          <p:nvPr/>
        </p:nvGrpSpPr>
        <p:grpSpPr>
          <a:xfrm>
            <a:off x="3437185" y="4247275"/>
            <a:ext cx="1952638" cy="1161219"/>
            <a:chOff x="-883569" y="3599296"/>
            <a:chExt cx="2793152" cy="1161219"/>
          </a:xfrm>
        </p:grpSpPr>
        <p:sp>
          <p:nvSpPr>
            <p:cNvPr id="73" name="Internal Storage 72">
              <a:extLst>
                <a:ext uri="{FF2B5EF4-FFF2-40B4-BE49-F238E27FC236}">
                  <a16:creationId xmlns:a16="http://schemas.microsoft.com/office/drawing/2014/main" id="{A514E8B4-768D-9CA5-E610-D3C053455278}"/>
                </a:ext>
              </a:extLst>
            </p:cNvPr>
            <p:cNvSpPr/>
            <p:nvPr/>
          </p:nvSpPr>
          <p:spPr>
            <a:xfrm>
              <a:off x="-858294" y="3599296"/>
              <a:ext cx="2762544" cy="1149314"/>
            </a:xfrm>
            <a:prstGeom prst="flowChartInternalStorage">
              <a:avLst/>
            </a:prstGeom>
            <a:solidFill>
              <a:schemeClr val="accent4">
                <a:lumMod val="20000"/>
                <a:lumOff val="80000"/>
                <a:alpha val="6980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1EBCAE-46AF-189E-EB14-F66640ED67BA}"/>
                </a:ext>
              </a:extLst>
            </p:cNvPr>
            <p:cNvSpPr txBox="1"/>
            <p:nvPr/>
          </p:nvSpPr>
          <p:spPr>
            <a:xfrm>
              <a:off x="-430022" y="4391183"/>
              <a:ext cx="225847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dirty="0"/>
                <a:t>Kernel Binary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345AA64-E42A-5737-060B-1B8041A786CE}"/>
                </a:ext>
              </a:extLst>
            </p:cNvPr>
            <p:cNvSpPr txBox="1"/>
            <p:nvPr/>
          </p:nvSpPr>
          <p:spPr>
            <a:xfrm>
              <a:off x="467160" y="3983190"/>
              <a:ext cx="38522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2D81FF"/>
                  </a:solidFill>
                </a:rPr>
                <a:t>CS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91CBBB-FE35-E7A9-B263-65047F98B85E}"/>
                </a:ext>
              </a:extLst>
            </p:cNvPr>
            <p:cNvCxnSpPr>
              <a:cxnSpLocks/>
            </p:cNvCxnSpPr>
            <p:nvPr/>
          </p:nvCxnSpPr>
          <p:spPr>
            <a:xfrm>
              <a:off x="-883569" y="4398723"/>
              <a:ext cx="2773216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92AD26D-8C5E-CF80-4787-5EF64D2B8A37}"/>
                </a:ext>
              </a:extLst>
            </p:cNvPr>
            <p:cNvCxnSpPr>
              <a:cxnSpLocks/>
            </p:cNvCxnSpPr>
            <p:nvPr/>
          </p:nvCxnSpPr>
          <p:spPr>
            <a:xfrm>
              <a:off x="-848886" y="3994573"/>
              <a:ext cx="2743723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34">
              <a:extLst>
                <a:ext uri="{FF2B5EF4-FFF2-40B4-BE49-F238E27FC236}">
                  <a16:creationId xmlns:a16="http://schemas.microsoft.com/office/drawing/2014/main" id="{4E4D337A-7805-8449-B38D-FDEFD1A9FDD0}"/>
                </a:ext>
              </a:extLst>
            </p:cNvPr>
            <p:cNvCxnSpPr>
              <a:cxnSpLocks/>
            </p:cNvCxnSpPr>
            <p:nvPr/>
          </p:nvCxnSpPr>
          <p:spPr>
            <a:xfrm>
              <a:off x="-848886" y="4256908"/>
              <a:ext cx="2743723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5">
              <a:extLst>
                <a:ext uri="{FF2B5EF4-FFF2-40B4-BE49-F238E27FC236}">
                  <a16:creationId xmlns:a16="http://schemas.microsoft.com/office/drawing/2014/main" id="{94E65CF1-5D6F-094D-94E1-91149C287025}"/>
                </a:ext>
              </a:extLst>
            </p:cNvPr>
            <p:cNvCxnSpPr>
              <a:cxnSpLocks/>
            </p:cNvCxnSpPr>
            <p:nvPr/>
          </p:nvCxnSpPr>
          <p:spPr>
            <a:xfrm>
              <a:off x="-863633" y="3872521"/>
              <a:ext cx="2773216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Arrow Connector 140">
            <a:extLst>
              <a:ext uri="{FF2B5EF4-FFF2-40B4-BE49-F238E27FC236}">
                <a16:creationId xmlns:a16="http://schemas.microsoft.com/office/drawing/2014/main" id="{4C8057F3-F306-7846-B3AC-10BA67AC5BD5}"/>
              </a:ext>
            </a:extLst>
          </p:cNvPr>
          <p:cNvCxnSpPr>
            <a:cxnSpLocks/>
          </p:cNvCxnSpPr>
          <p:nvPr/>
        </p:nvCxnSpPr>
        <p:spPr>
          <a:xfrm flipV="1">
            <a:off x="5399818" y="4541224"/>
            <a:ext cx="778415" cy="255470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924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F63316B-840A-9036-FDEC-F71B069C60ED}"/>
              </a:ext>
            </a:extLst>
          </p:cNvPr>
          <p:cNvSpPr txBox="1"/>
          <p:nvPr/>
        </p:nvSpPr>
        <p:spPr>
          <a:xfrm>
            <a:off x="5357411" y="2077832"/>
            <a:ext cx="1239110" cy="72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Offline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Porcessing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56D43B-E212-D95E-89AE-28E1C5EF8580}"/>
              </a:ext>
            </a:extLst>
          </p:cNvPr>
          <p:cNvCxnSpPr>
            <a:cxnSpLocks/>
          </p:cNvCxnSpPr>
          <p:nvPr/>
        </p:nvCxnSpPr>
        <p:spPr>
          <a:xfrm>
            <a:off x="2253992" y="4105482"/>
            <a:ext cx="8093976" cy="0"/>
          </a:xfrm>
          <a:prstGeom prst="line">
            <a:avLst/>
          </a:prstGeom>
          <a:ln w="412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7731BE-4D7F-F344-858B-43E9AF093E4D}"/>
              </a:ext>
            </a:extLst>
          </p:cNvPr>
          <p:cNvGrpSpPr/>
          <p:nvPr/>
        </p:nvGrpSpPr>
        <p:grpSpPr>
          <a:xfrm>
            <a:off x="3343053" y="1837632"/>
            <a:ext cx="2287059" cy="482456"/>
            <a:chOff x="2154960" y="1800093"/>
            <a:chExt cx="2287059" cy="482456"/>
          </a:xfrm>
        </p:grpSpPr>
        <p:sp>
          <p:nvSpPr>
            <p:cNvPr id="7" name="Document 6">
              <a:extLst>
                <a:ext uri="{FF2B5EF4-FFF2-40B4-BE49-F238E27FC236}">
                  <a16:creationId xmlns:a16="http://schemas.microsoft.com/office/drawing/2014/main" id="{8B8CCDC7-5343-7143-956D-1AA8915EE320}"/>
                </a:ext>
              </a:extLst>
            </p:cNvPr>
            <p:cNvSpPr/>
            <p:nvPr/>
          </p:nvSpPr>
          <p:spPr>
            <a:xfrm>
              <a:off x="2183219" y="1800093"/>
              <a:ext cx="2023911" cy="482456"/>
            </a:xfrm>
            <a:prstGeom prst="flowChartDocument">
              <a:avLst/>
            </a:prstGeom>
            <a:solidFill>
              <a:schemeClr val="bg1">
                <a:lumMod val="95000"/>
                <a:alpha val="4784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3979CC-9FFE-3DB1-97D8-E6139012947E}"/>
                </a:ext>
              </a:extLst>
            </p:cNvPr>
            <p:cNvSpPr txBox="1"/>
            <p:nvPr/>
          </p:nvSpPr>
          <p:spPr>
            <a:xfrm>
              <a:off x="2154960" y="1823954"/>
              <a:ext cx="228705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/>
                <a:t>Kernel Source Code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DD109A-447A-6ABB-E057-9698917D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46028"/>
              </p:ext>
            </p:extLst>
          </p:nvPr>
        </p:nvGraphicFramePr>
        <p:xfrm>
          <a:off x="6696317" y="1826309"/>
          <a:ext cx="382744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5859">
                  <a:extLst>
                    <a:ext uri="{9D8B030D-6E8A-4147-A177-3AD203B41FA5}">
                      <a16:colId xmlns:a16="http://schemas.microsoft.com/office/drawing/2014/main" val="192341082"/>
                    </a:ext>
                  </a:extLst>
                </a:gridCol>
                <a:gridCol w="356461">
                  <a:extLst>
                    <a:ext uri="{9D8B030D-6E8A-4147-A177-3AD203B41FA5}">
                      <a16:colId xmlns:a16="http://schemas.microsoft.com/office/drawing/2014/main" val="3712944957"/>
                    </a:ext>
                  </a:extLst>
                </a:gridCol>
                <a:gridCol w="1193370">
                  <a:extLst>
                    <a:ext uri="{9D8B030D-6E8A-4147-A177-3AD203B41FA5}">
                      <a16:colId xmlns:a16="http://schemas.microsoft.com/office/drawing/2014/main" val="1313720450"/>
                    </a:ext>
                  </a:extLst>
                </a:gridCol>
                <a:gridCol w="418454">
                  <a:extLst>
                    <a:ext uri="{9D8B030D-6E8A-4147-A177-3AD203B41FA5}">
                      <a16:colId xmlns:a16="http://schemas.microsoft.com/office/drawing/2014/main" val="1422016092"/>
                    </a:ext>
                  </a:extLst>
                </a:gridCol>
                <a:gridCol w="418454">
                  <a:extLst>
                    <a:ext uri="{9D8B030D-6E8A-4147-A177-3AD203B41FA5}">
                      <a16:colId xmlns:a16="http://schemas.microsoft.com/office/drawing/2014/main" val="905688894"/>
                    </a:ext>
                  </a:extLst>
                </a:gridCol>
                <a:gridCol w="604847">
                  <a:extLst>
                    <a:ext uri="{9D8B030D-6E8A-4147-A177-3AD203B41FA5}">
                      <a16:colId xmlns:a16="http://schemas.microsoft.com/office/drawing/2014/main" val="1979293420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ConstID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</a:t>
                      </a:r>
                    </a:p>
                  </a:txBody>
                  <a:tcPr marL="0" marR="0" marT="0" marB="0">
                    <a:solidFill>
                      <a:schemeClr val="bg1">
                        <a:lumMod val="95000"/>
                        <a:alpha val="4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Expression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2D81FF"/>
                          </a:solidFill>
                        </a:rPr>
                        <a:t>CS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437FF"/>
                          </a:solidFill>
                        </a:rPr>
                        <a:t>SS</a:t>
                      </a:r>
                    </a:p>
                  </a:txBody>
                  <a:tcPr marL="0" marR="0" marT="0" marB="0">
                    <a:solidFill>
                      <a:schemeClr val="accent4">
                        <a:lumMod val="20000"/>
                        <a:lumOff val="8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marL="0" marR="0" marT="0" marB="0">
                    <a:solidFill>
                      <a:schemeClr val="bg1"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56442"/>
                  </a:ext>
                </a:extLst>
              </a:tr>
              <a:tr h="16854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29075646"/>
                  </a:ext>
                </a:extLst>
              </a:tr>
              <a:tr h="24482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284774"/>
                  </a:ext>
                </a:extLst>
              </a:tr>
              <a:tr h="1876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11092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EA23FF3-B261-6743-2954-7D420E187E50}"/>
              </a:ext>
            </a:extLst>
          </p:cNvPr>
          <p:cNvSpPr txBox="1"/>
          <p:nvPr/>
        </p:nvSpPr>
        <p:spPr>
          <a:xfrm>
            <a:off x="9392687" y="291356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Scope Table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4D1221-BF1E-B591-AA27-0459FDF375DF}"/>
              </a:ext>
            </a:extLst>
          </p:cNvPr>
          <p:cNvCxnSpPr/>
          <p:nvPr/>
        </p:nvCxnSpPr>
        <p:spPr>
          <a:xfrm>
            <a:off x="5494289" y="2466049"/>
            <a:ext cx="1148316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nternal Storage 21">
            <a:extLst>
              <a:ext uri="{FF2B5EF4-FFF2-40B4-BE49-F238E27FC236}">
                <a16:creationId xmlns:a16="http://schemas.microsoft.com/office/drawing/2014/main" id="{3E0A9E30-8F51-8DCE-085E-E864BFD4AF2B}"/>
              </a:ext>
            </a:extLst>
          </p:cNvPr>
          <p:cNvSpPr/>
          <p:nvPr/>
        </p:nvSpPr>
        <p:spPr>
          <a:xfrm>
            <a:off x="3364035" y="2407999"/>
            <a:ext cx="2030458" cy="552373"/>
          </a:xfrm>
          <a:prstGeom prst="flowChartInternalStorag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091557-5738-B2AB-9AD9-A9180A3792F7}"/>
              </a:ext>
            </a:extLst>
          </p:cNvPr>
          <p:cNvSpPr txBox="1"/>
          <p:nvPr/>
        </p:nvSpPr>
        <p:spPr>
          <a:xfrm>
            <a:off x="3675503" y="2532151"/>
            <a:ext cx="145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Binary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A1BF5B-6459-6ACC-2EDD-6767ECF26CE8}"/>
              </a:ext>
            </a:extLst>
          </p:cNvPr>
          <p:cNvSpPr txBox="1"/>
          <p:nvPr/>
        </p:nvSpPr>
        <p:spPr>
          <a:xfrm>
            <a:off x="2245606" y="3536218"/>
            <a:ext cx="85270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User space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8248A-B26B-7DD8-B2DA-15419E567178}"/>
              </a:ext>
            </a:extLst>
          </p:cNvPr>
          <p:cNvSpPr txBox="1"/>
          <p:nvPr/>
        </p:nvSpPr>
        <p:spPr>
          <a:xfrm>
            <a:off x="2223983" y="4162414"/>
            <a:ext cx="91263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/>
              <a:t>Kernel space</a:t>
            </a:r>
          </a:p>
        </p:txBody>
      </p:sp>
      <p:pic>
        <p:nvPicPr>
          <p:cNvPr id="29" name="Picture 28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6CC6D9F3-C47F-2CA1-B85B-B9DE8D09A0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2103" y="3206581"/>
            <a:ext cx="426043" cy="46598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BA488BC-FE1D-66BB-F1E0-B3BB98BDFA87}"/>
              </a:ext>
            </a:extLst>
          </p:cNvPr>
          <p:cNvSpPr txBox="1"/>
          <p:nvPr/>
        </p:nvSpPr>
        <p:spPr>
          <a:xfrm>
            <a:off x="2817326" y="2970738"/>
            <a:ext cx="2558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cs typeface="Consolas" panose="020B0609020204030204" pitchFamily="49" charset="0"/>
              </a:rPr>
              <a:t>$ </a:t>
            </a:r>
            <a:r>
              <a:rPr lang="en-US" sz="1600" dirty="0" err="1">
                <a:cs typeface="Consolas" panose="020B0609020204030204" pitchFamily="49" charset="0"/>
              </a:rPr>
              <a:t>xk-gen ConstID xk-stub.c</a:t>
            </a:r>
            <a:endParaRPr lang="en-US" sz="1600" dirty="0">
              <a:cs typeface="Consolas" panose="020B0609020204030204" pitchFamily="49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05784D3-51D5-E91B-F918-497E0BD53545}"/>
              </a:ext>
            </a:extLst>
          </p:cNvPr>
          <p:cNvGrpSpPr/>
          <p:nvPr/>
        </p:nvGrpSpPr>
        <p:grpSpPr>
          <a:xfrm>
            <a:off x="3364035" y="3498754"/>
            <a:ext cx="2030458" cy="450282"/>
            <a:chOff x="3644816" y="4090424"/>
            <a:chExt cx="2030458" cy="587905"/>
          </a:xfrm>
        </p:grpSpPr>
        <p:sp>
          <p:nvSpPr>
            <p:cNvPr id="38" name="Snip Diagonal Corner Rectangle 37">
              <a:extLst>
                <a:ext uri="{FF2B5EF4-FFF2-40B4-BE49-F238E27FC236}">
                  <a16:creationId xmlns:a16="http://schemas.microsoft.com/office/drawing/2014/main" id="{A7E3983F-05B7-2ADE-F1BE-1962BD090F6F}"/>
                </a:ext>
              </a:extLst>
            </p:cNvPr>
            <p:cNvSpPr/>
            <p:nvPr/>
          </p:nvSpPr>
          <p:spPr>
            <a:xfrm>
              <a:off x="3644816" y="4090424"/>
              <a:ext cx="2030458" cy="587905"/>
            </a:xfrm>
            <a:prstGeom prst="snip2DiagRect">
              <a:avLst>
                <a:gd name="adj1" fmla="val 0"/>
                <a:gd name="adj2" fmla="val 27518"/>
              </a:avLst>
            </a:prstGeom>
            <a:solidFill>
              <a:srgbClr val="2D81FF">
                <a:alpha val="2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D10B27-612C-58DF-0EAE-4F44D6913216}"/>
                </a:ext>
              </a:extLst>
            </p:cNvPr>
            <p:cNvSpPr txBox="1"/>
            <p:nvPr/>
          </p:nvSpPr>
          <p:spPr>
            <a:xfrm>
              <a:off x="4144336" y="4170245"/>
              <a:ext cx="1469551" cy="482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XK-stub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F49017-BDB9-DD2E-8302-2B3883E5A338}"/>
              </a:ext>
            </a:extLst>
          </p:cNvPr>
          <p:cNvCxnSpPr>
            <a:cxnSpLocks/>
          </p:cNvCxnSpPr>
          <p:nvPr/>
        </p:nvCxnSpPr>
        <p:spPr>
          <a:xfrm>
            <a:off x="2611780" y="3033249"/>
            <a:ext cx="524835" cy="465569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1E9F0AE-AEAC-2B3D-9B61-27248753F550}"/>
              </a:ext>
            </a:extLst>
          </p:cNvPr>
          <p:cNvCxnSpPr>
            <a:cxnSpLocks/>
          </p:cNvCxnSpPr>
          <p:nvPr/>
        </p:nvCxnSpPr>
        <p:spPr>
          <a:xfrm>
            <a:off x="5494289" y="3740864"/>
            <a:ext cx="681666" cy="0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User Icon Designs | Free Vector Graphics, Icons, PNG, PSD &amp; SVG Icons -  rawpixel">
            <a:extLst>
              <a:ext uri="{FF2B5EF4-FFF2-40B4-BE49-F238E27FC236}">
                <a16:creationId xmlns:a16="http://schemas.microsoft.com/office/drawing/2014/main" id="{C35C0C73-FDC3-C809-14CE-D136DCA0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1" b="94312" l="5875" r="91750">
                        <a14:foregroundMark x1="22375" y1="25484" x2="22375" y2="25484"/>
                        <a14:foregroundMark x1="23750" y1="25028" x2="21500" y2="33106"/>
                        <a14:foregroundMark x1="25000" y1="25484" x2="23750" y2="32309"/>
                        <a14:foregroundMark x1="74250" y1="29465" x2="72500" y2="33902"/>
                        <a14:foregroundMark x1="65500" y1="11945" x2="65500" y2="11945"/>
                        <a14:foregroundMark x1="42500" y1="8760" x2="47250" y2="8305"/>
                        <a14:foregroundMark x1="52875" y1="6371" x2="57250" y2="9101"/>
                        <a14:foregroundMark x1="60750" y1="9101" x2="60750" y2="9101"/>
                        <a14:foregroundMark x1="73875" y1="64960" x2="77750" y2="66553"/>
                        <a14:foregroundMark x1="24625" y1="64505" x2="15000" y2="66553"/>
                        <a14:foregroundMark x1="15375" y1="69738" x2="9750" y2="76906"/>
                        <a14:foregroundMark x1="6625" y1="84073" x2="5875" y2="92833"/>
                        <a14:foregroundMark x1="22375" y1="94425" x2="35000" y2="94084"/>
                        <a14:foregroundMark x1="63750" y1="94084" x2="83375" y2="94084"/>
                        <a14:foregroundMark x1="91750" y1="89647" x2="83000" y2="69852"/>
                        <a14:foregroundMark x1="83000" y1="69852" x2="83000" y2="69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6768" y="2532151"/>
            <a:ext cx="426043" cy="46598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DEC4723-4A71-F6A2-F841-084EE3C92455}"/>
              </a:ext>
            </a:extLst>
          </p:cNvPr>
          <p:cNvSpPr txBox="1"/>
          <p:nvPr/>
        </p:nvSpPr>
        <p:spPr>
          <a:xfrm>
            <a:off x="8185220" y="3127022"/>
            <a:ext cx="146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Synthesize Indirections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B9D50-7C02-E60E-1920-3E40CA6F723C}"/>
              </a:ext>
            </a:extLst>
          </p:cNvPr>
          <p:cNvSpPr txBox="1"/>
          <p:nvPr/>
        </p:nvSpPr>
        <p:spPr>
          <a:xfrm>
            <a:off x="8421765" y="4343444"/>
            <a:ext cx="2015116" cy="360000"/>
          </a:xfrm>
          <a:prstGeom prst="rect">
            <a:avLst/>
          </a:prstGeom>
          <a:solidFill>
            <a:srgbClr val="9DC3E6">
              <a:alpha val="50196"/>
            </a:srgb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Attach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&amp; </a:t>
            </a:r>
            <a:r>
              <a:rPr lang="en-US" dirty="0">
                <a:solidFill>
                  <a:srgbClr val="9437FF"/>
                </a:solidFill>
              </a:rPr>
              <a:t>Transition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7F93747-F8C2-33FD-7FAE-9C515D0705B4}"/>
              </a:ext>
            </a:extLst>
          </p:cNvPr>
          <p:cNvSpPr/>
          <p:nvPr/>
        </p:nvSpPr>
        <p:spPr>
          <a:xfrm>
            <a:off x="6673926" y="2641514"/>
            <a:ext cx="3849835" cy="282074"/>
          </a:xfrm>
          <a:prstGeom prst="roundRect">
            <a:avLst/>
          </a:prstGeom>
          <a:noFill/>
          <a:ln w="603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Predefined Process 112">
            <a:extLst>
              <a:ext uri="{FF2B5EF4-FFF2-40B4-BE49-F238E27FC236}">
                <a16:creationId xmlns:a16="http://schemas.microsoft.com/office/drawing/2014/main" id="{C1EFA53D-B2DA-1A7E-335B-2FD4A756AA84}"/>
              </a:ext>
            </a:extLst>
          </p:cNvPr>
          <p:cNvSpPr/>
          <p:nvPr/>
        </p:nvSpPr>
        <p:spPr>
          <a:xfrm>
            <a:off x="6351067" y="4432362"/>
            <a:ext cx="1777560" cy="671445"/>
          </a:xfrm>
          <a:prstGeom prst="flowChartPredefinedProcess">
            <a:avLst/>
          </a:prstGeom>
          <a:solidFill>
            <a:srgbClr val="CADB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25CD53-07CA-2544-99EE-C658BC1CBF12}"/>
              </a:ext>
            </a:extLst>
          </p:cNvPr>
          <p:cNvSpPr txBox="1"/>
          <p:nvPr/>
        </p:nvSpPr>
        <p:spPr>
          <a:xfrm>
            <a:off x="6401760" y="4435186"/>
            <a:ext cx="1674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Instructions </a:t>
            </a:r>
          </a:p>
          <a:p>
            <a:pPr algn="ctr"/>
            <a:r>
              <a:rPr lang="en-US" sz="1400" dirty="0"/>
              <a:t>(Policy &amp; </a:t>
            </a:r>
            <a:r>
              <a:rPr lang="en-US" sz="1400" dirty="0" err="1"/>
              <a:t>SetVal</a:t>
            </a:r>
            <a:r>
              <a:rPr lang="en-US" sz="1400" dirty="0"/>
              <a:t>)</a:t>
            </a:r>
            <a:endParaRPr lang="en-US" sz="2000" dirty="0"/>
          </a:p>
        </p:txBody>
      </p: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7EDD54F3-6A61-58A8-3388-1CB32110B0DF}"/>
              </a:ext>
            </a:extLst>
          </p:cNvPr>
          <p:cNvCxnSpPr>
            <a:cxnSpLocks/>
            <a:stCxn id="47" idx="3"/>
            <a:endCxn id="113" idx="3"/>
          </p:cNvCxnSpPr>
          <p:nvPr/>
        </p:nvCxnSpPr>
        <p:spPr>
          <a:xfrm>
            <a:off x="7710171" y="3737048"/>
            <a:ext cx="418456" cy="1031037"/>
          </a:xfrm>
          <a:prstGeom prst="curvedConnector3">
            <a:avLst>
              <a:gd name="adj1" fmla="val 154629"/>
            </a:avLst>
          </a:prstGeom>
          <a:ln w="38100">
            <a:solidFill>
              <a:srgbClr val="0070C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E42020B-41C6-DEA2-7621-74EEEC07ED07}"/>
              </a:ext>
            </a:extLst>
          </p:cNvPr>
          <p:cNvCxnSpPr>
            <a:cxnSpLocks/>
          </p:cNvCxnSpPr>
          <p:nvPr/>
        </p:nvCxnSpPr>
        <p:spPr>
          <a:xfrm>
            <a:off x="6189694" y="4560007"/>
            <a:ext cx="0" cy="456792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CDDDAC4-1B9A-79A6-1B64-17867BAB2832}"/>
              </a:ext>
            </a:extLst>
          </p:cNvPr>
          <p:cNvCxnSpPr>
            <a:cxnSpLocks/>
          </p:cNvCxnSpPr>
          <p:nvPr/>
        </p:nvCxnSpPr>
        <p:spPr>
          <a:xfrm flipH="1" flipV="1">
            <a:off x="5366307" y="4803770"/>
            <a:ext cx="801293" cy="154830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97F9D041-A1C9-B4B9-9259-93BF2B9A1F7B}"/>
              </a:ext>
            </a:extLst>
          </p:cNvPr>
          <p:cNvSpPr txBox="1"/>
          <p:nvPr/>
        </p:nvSpPr>
        <p:spPr>
          <a:xfrm>
            <a:off x="5285283" y="5000298"/>
            <a:ext cx="135005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700" dirty="0" err="1">
                <a:solidFill>
                  <a:srgbClr val="011893"/>
                </a:solidFill>
              </a:rPr>
              <a:t>Kprobe</a:t>
            </a:r>
            <a:endParaRPr lang="en-US" sz="1700" dirty="0">
              <a:solidFill>
                <a:srgbClr val="011893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700" dirty="0">
                <a:solidFill>
                  <a:srgbClr val="011893"/>
                </a:solidFill>
              </a:rPr>
              <a:t>redirection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36B1B38E-BF19-56BF-73D8-FC058F020720}"/>
              </a:ext>
            </a:extLst>
          </p:cNvPr>
          <p:cNvCxnSpPr>
            <a:cxnSpLocks/>
            <a:endCxn id="79" idx="0"/>
          </p:cNvCxnSpPr>
          <p:nvPr/>
        </p:nvCxnSpPr>
        <p:spPr>
          <a:xfrm flipV="1">
            <a:off x="5430697" y="4435186"/>
            <a:ext cx="1808083" cy="358198"/>
          </a:xfrm>
          <a:prstGeom prst="bentConnector4">
            <a:avLst>
              <a:gd name="adj1" fmla="val 467"/>
              <a:gd name="adj2" fmla="val 163819"/>
            </a:avLst>
          </a:prstGeom>
          <a:ln w="34925">
            <a:solidFill>
              <a:srgbClr val="0070C0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80BDCD-02ED-D0E8-6BAE-E1315AEDEB30}"/>
              </a:ext>
            </a:extLst>
          </p:cNvPr>
          <p:cNvGrpSpPr/>
          <p:nvPr/>
        </p:nvGrpSpPr>
        <p:grpSpPr>
          <a:xfrm>
            <a:off x="6300980" y="3494586"/>
            <a:ext cx="1774542" cy="450282"/>
            <a:chOff x="3644817" y="4090424"/>
            <a:chExt cx="1774542" cy="587905"/>
          </a:xfrm>
        </p:grpSpPr>
        <p:sp>
          <p:nvSpPr>
            <p:cNvPr id="46" name="Snip Diagonal Corner Rectangle 45">
              <a:extLst>
                <a:ext uri="{FF2B5EF4-FFF2-40B4-BE49-F238E27FC236}">
                  <a16:creationId xmlns:a16="http://schemas.microsoft.com/office/drawing/2014/main" id="{F087B2FF-317F-DCB8-E2F7-9417246C7159}"/>
                </a:ext>
              </a:extLst>
            </p:cNvPr>
            <p:cNvSpPr/>
            <p:nvPr/>
          </p:nvSpPr>
          <p:spPr>
            <a:xfrm>
              <a:off x="3644817" y="4090424"/>
              <a:ext cx="1774542" cy="587905"/>
            </a:xfrm>
            <a:prstGeom prst="snip2DiagRect">
              <a:avLst>
                <a:gd name="adj1" fmla="val 0"/>
                <a:gd name="adj2" fmla="val 0"/>
              </a:avLst>
            </a:prstGeom>
            <a:solidFill>
              <a:srgbClr val="CADB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3A99908-3E30-855B-3884-D3CFEF504DAA}"/>
                </a:ext>
              </a:extLst>
            </p:cNvPr>
            <p:cNvSpPr txBox="1"/>
            <p:nvPr/>
          </p:nvSpPr>
          <p:spPr>
            <a:xfrm>
              <a:off x="4061429" y="4165885"/>
              <a:ext cx="992579" cy="4822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XK-tune</a:t>
              </a: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73710FDE-9ABC-0345-4401-42E2034D5FB9}"/>
              </a:ext>
            </a:extLst>
          </p:cNvPr>
          <p:cNvSpPr txBox="1"/>
          <p:nvPr/>
        </p:nvSpPr>
        <p:spPr>
          <a:xfrm>
            <a:off x="5401038" y="3737945"/>
            <a:ext cx="861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+Policy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C56E21C2-D202-6855-766E-03B9E1438B6D}"/>
              </a:ext>
            </a:extLst>
          </p:cNvPr>
          <p:cNvCxnSpPr>
            <a:cxnSpLocks/>
          </p:cNvCxnSpPr>
          <p:nvPr/>
        </p:nvCxnSpPr>
        <p:spPr>
          <a:xfrm>
            <a:off x="8320174" y="2923588"/>
            <a:ext cx="0" cy="1099638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38CF8354-5D15-E6B3-4845-416F53EFAA25}"/>
              </a:ext>
            </a:extLst>
          </p:cNvPr>
          <p:cNvSpPr/>
          <p:nvPr/>
        </p:nvSpPr>
        <p:spPr>
          <a:xfrm>
            <a:off x="8421765" y="4833866"/>
            <a:ext cx="2009461" cy="40507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4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BAA19BC-87FB-6C43-E92F-192940FE13BF}"/>
              </a:ext>
            </a:extLst>
          </p:cNvPr>
          <p:cNvSpPr txBox="1"/>
          <p:nvPr/>
        </p:nvSpPr>
        <p:spPr>
          <a:xfrm>
            <a:off x="8750461" y="4835476"/>
            <a:ext cx="1313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XK-runtime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6B40FC-AE25-24A8-BC7A-91482A6C21E9}"/>
              </a:ext>
            </a:extLst>
          </p:cNvPr>
          <p:cNvGrpSpPr/>
          <p:nvPr/>
        </p:nvGrpSpPr>
        <p:grpSpPr>
          <a:xfrm>
            <a:off x="9552377" y="2176643"/>
            <a:ext cx="322561" cy="118533"/>
            <a:chOff x="9494313" y="1937170"/>
            <a:chExt cx="322561" cy="11853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C4B7953-B617-4B09-C434-506E302E1C4B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37170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883D5E1-CC35-0DC7-0A5B-290AADE4AC2D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55703"/>
              <a:ext cx="322561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C98B9E-3D2C-21CF-828C-8F51B6949609}"/>
              </a:ext>
            </a:extLst>
          </p:cNvPr>
          <p:cNvGrpSpPr/>
          <p:nvPr/>
        </p:nvGrpSpPr>
        <p:grpSpPr>
          <a:xfrm>
            <a:off x="9119315" y="2204609"/>
            <a:ext cx="322561" cy="73377"/>
            <a:chOff x="9494313" y="1959748"/>
            <a:chExt cx="322561" cy="7337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64F4DF-1E46-67FF-8ED3-B87D07B2AE15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1959748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EF9E37-7659-8DD0-03DA-0F42C3E34139}"/>
                </a:ext>
              </a:extLst>
            </p:cNvPr>
            <p:cNvCxnSpPr>
              <a:cxnSpLocks/>
            </p:cNvCxnSpPr>
            <p:nvPr/>
          </p:nvCxnSpPr>
          <p:spPr>
            <a:xfrm>
              <a:off x="9494313" y="2033125"/>
              <a:ext cx="322561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40">
            <a:extLst>
              <a:ext uri="{FF2B5EF4-FFF2-40B4-BE49-F238E27FC236}">
                <a16:creationId xmlns:a16="http://schemas.microsoft.com/office/drawing/2014/main" id="{8AF2FEB9-50E5-2348-8E78-61AE8A39C94D}"/>
              </a:ext>
            </a:extLst>
          </p:cNvPr>
          <p:cNvCxnSpPr>
            <a:cxnSpLocks/>
          </p:cNvCxnSpPr>
          <p:nvPr/>
        </p:nvCxnSpPr>
        <p:spPr>
          <a:xfrm flipV="1">
            <a:off x="2592811" y="2197760"/>
            <a:ext cx="634738" cy="410913"/>
          </a:xfrm>
          <a:prstGeom prst="straightConnector1">
            <a:avLst/>
          </a:prstGeom>
          <a:ln w="44450">
            <a:solidFill>
              <a:schemeClr val="tx1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FEBB164-9A8B-D346-957C-F3EF91E64D69}"/>
              </a:ext>
            </a:extLst>
          </p:cNvPr>
          <p:cNvSpPr txBox="1"/>
          <p:nvPr/>
        </p:nvSpPr>
        <p:spPr>
          <a:xfrm>
            <a:off x="2060901" y="1879040"/>
            <a:ext cx="1276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&lt;line, token&gt;</a:t>
            </a:r>
            <a:endParaRPr kumimoji="1" lang="zh-CN" altLang="en-US" sz="1600"/>
          </a:p>
        </p:txBody>
      </p:sp>
      <p:sp>
        <p:nvSpPr>
          <p:cNvPr id="76" name="TextBox 33">
            <a:extLst>
              <a:ext uri="{FF2B5EF4-FFF2-40B4-BE49-F238E27FC236}">
                <a16:creationId xmlns:a16="http://schemas.microsoft.com/office/drawing/2014/main" id="{FC760072-C842-9341-B1FA-2E0EE68E4641}"/>
              </a:ext>
            </a:extLst>
          </p:cNvPr>
          <p:cNvSpPr txBox="1"/>
          <p:nvPr/>
        </p:nvSpPr>
        <p:spPr>
          <a:xfrm>
            <a:off x="8320174" y="3737945"/>
            <a:ext cx="203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$ </a:t>
            </a:r>
            <a:r>
              <a:rPr lang="en-US" dirty="0" err="1">
                <a:cs typeface="Consolas" panose="020B0609020204030204" pitchFamily="49" charset="0"/>
              </a:rPr>
              <a:t>xk-load xk-tune.o</a:t>
            </a:r>
            <a:endParaRPr lang="en-US" dirty="0">
              <a:cs typeface="Consolas" panose="020B0609020204030204" pitchFamily="49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8C599CD-4FA0-7440-ACAD-CBDC3905BEEF}"/>
              </a:ext>
            </a:extLst>
          </p:cNvPr>
          <p:cNvGrpSpPr/>
          <p:nvPr/>
        </p:nvGrpSpPr>
        <p:grpSpPr>
          <a:xfrm>
            <a:off x="3437185" y="4247275"/>
            <a:ext cx="1952638" cy="1161219"/>
            <a:chOff x="-883569" y="3599296"/>
            <a:chExt cx="2793152" cy="1161219"/>
          </a:xfrm>
        </p:grpSpPr>
        <p:sp>
          <p:nvSpPr>
            <p:cNvPr id="73" name="Internal Storage 72">
              <a:extLst>
                <a:ext uri="{FF2B5EF4-FFF2-40B4-BE49-F238E27FC236}">
                  <a16:creationId xmlns:a16="http://schemas.microsoft.com/office/drawing/2014/main" id="{A514E8B4-768D-9CA5-E610-D3C053455278}"/>
                </a:ext>
              </a:extLst>
            </p:cNvPr>
            <p:cNvSpPr/>
            <p:nvPr/>
          </p:nvSpPr>
          <p:spPr>
            <a:xfrm>
              <a:off x="-858294" y="3599296"/>
              <a:ext cx="2762544" cy="1149314"/>
            </a:xfrm>
            <a:prstGeom prst="flowChartInternalStorage">
              <a:avLst/>
            </a:prstGeom>
            <a:solidFill>
              <a:schemeClr val="accent4">
                <a:lumMod val="20000"/>
                <a:lumOff val="80000"/>
                <a:alpha val="69804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1EBCAE-46AF-189E-EB14-F66640ED67BA}"/>
                </a:ext>
              </a:extLst>
            </p:cNvPr>
            <p:cNvSpPr txBox="1"/>
            <p:nvPr/>
          </p:nvSpPr>
          <p:spPr>
            <a:xfrm>
              <a:off x="-430022" y="4391183"/>
              <a:ext cx="225847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dirty="0"/>
                <a:t>Kernel Binary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345AA64-E42A-5737-060B-1B8041A786CE}"/>
                </a:ext>
              </a:extLst>
            </p:cNvPr>
            <p:cNvSpPr txBox="1"/>
            <p:nvPr/>
          </p:nvSpPr>
          <p:spPr>
            <a:xfrm>
              <a:off x="467160" y="3983190"/>
              <a:ext cx="38522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2D81FF"/>
                  </a:solidFill>
                </a:rPr>
                <a:t>CS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91CBBB-FE35-E7A9-B263-65047F98B85E}"/>
                </a:ext>
              </a:extLst>
            </p:cNvPr>
            <p:cNvCxnSpPr>
              <a:cxnSpLocks/>
            </p:cNvCxnSpPr>
            <p:nvPr/>
          </p:nvCxnSpPr>
          <p:spPr>
            <a:xfrm>
              <a:off x="-883569" y="4398723"/>
              <a:ext cx="2773216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92AD26D-8C5E-CF80-4787-5EF64D2B8A37}"/>
                </a:ext>
              </a:extLst>
            </p:cNvPr>
            <p:cNvCxnSpPr>
              <a:cxnSpLocks/>
            </p:cNvCxnSpPr>
            <p:nvPr/>
          </p:nvCxnSpPr>
          <p:spPr>
            <a:xfrm>
              <a:off x="-848886" y="3994573"/>
              <a:ext cx="2743723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34">
              <a:extLst>
                <a:ext uri="{FF2B5EF4-FFF2-40B4-BE49-F238E27FC236}">
                  <a16:creationId xmlns:a16="http://schemas.microsoft.com/office/drawing/2014/main" id="{4E4D337A-7805-8449-B38D-FDEFD1A9FDD0}"/>
                </a:ext>
              </a:extLst>
            </p:cNvPr>
            <p:cNvCxnSpPr>
              <a:cxnSpLocks/>
            </p:cNvCxnSpPr>
            <p:nvPr/>
          </p:nvCxnSpPr>
          <p:spPr>
            <a:xfrm>
              <a:off x="-848886" y="4256908"/>
              <a:ext cx="2743723" cy="0"/>
            </a:xfrm>
            <a:prstGeom prst="line">
              <a:avLst/>
            </a:prstGeom>
            <a:ln w="41275">
              <a:solidFill>
                <a:srgbClr val="2E8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5">
              <a:extLst>
                <a:ext uri="{FF2B5EF4-FFF2-40B4-BE49-F238E27FC236}">
                  <a16:creationId xmlns:a16="http://schemas.microsoft.com/office/drawing/2014/main" id="{94E65CF1-5D6F-094D-94E1-91149C287025}"/>
                </a:ext>
              </a:extLst>
            </p:cNvPr>
            <p:cNvCxnSpPr>
              <a:cxnSpLocks/>
            </p:cNvCxnSpPr>
            <p:nvPr/>
          </p:nvCxnSpPr>
          <p:spPr>
            <a:xfrm>
              <a:off x="-863633" y="3872521"/>
              <a:ext cx="2773216" cy="0"/>
            </a:xfrm>
            <a:prstGeom prst="line">
              <a:avLst/>
            </a:prstGeom>
            <a:ln w="41275">
              <a:solidFill>
                <a:srgbClr val="9437FF">
                  <a:alpha val="8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Arrow Connector 140">
            <a:extLst>
              <a:ext uri="{FF2B5EF4-FFF2-40B4-BE49-F238E27FC236}">
                <a16:creationId xmlns:a16="http://schemas.microsoft.com/office/drawing/2014/main" id="{4C8057F3-F306-7846-B3AC-10BA67AC5BD5}"/>
              </a:ext>
            </a:extLst>
          </p:cNvPr>
          <p:cNvCxnSpPr>
            <a:cxnSpLocks/>
          </p:cNvCxnSpPr>
          <p:nvPr/>
        </p:nvCxnSpPr>
        <p:spPr>
          <a:xfrm flipV="1">
            <a:off x="5399818" y="4541224"/>
            <a:ext cx="778415" cy="255470"/>
          </a:xfrm>
          <a:prstGeom prst="straightConnector1">
            <a:avLst/>
          </a:prstGeom>
          <a:ln w="44450">
            <a:solidFill>
              <a:srgbClr val="011893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42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20B19C-E6C7-6A47-87F6-A088FFF1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0298-9525-1041-982D-925C94378CA4}" type="slidenum">
              <a:rPr lang="en-US" smtClean="0"/>
              <a:t>33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D3C2F3-D469-FE48-BFDB-76355523CBA9}"/>
              </a:ext>
            </a:extLst>
          </p:cNvPr>
          <p:cNvSpPr txBox="1"/>
          <p:nvPr/>
        </p:nvSpPr>
        <p:spPr>
          <a:xfrm>
            <a:off x="1311965" y="781878"/>
            <a:ext cx="23328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mov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0x170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rbx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add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$0x1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shl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$0x2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mov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0x4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rsp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xor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lea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rax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rax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4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add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cmp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$0xc8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E1958A-50DB-E440-A9C8-0F2133A594A6}"/>
              </a:ext>
            </a:extLst>
          </p:cNvPr>
          <p:cNvSpPr txBox="1"/>
          <p:nvPr/>
        </p:nvSpPr>
        <p:spPr>
          <a:xfrm>
            <a:off x="4097734" y="958962"/>
            <a:ext cx="23328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mov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0x170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rbx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add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$0x1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shl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$0x2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mov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0x4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rsp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xor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lea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rax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rax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4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shl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$0x2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cmp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$0xc8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E15330-23BB-7E49-ADAA-BF0D3BA5249E}"/>
              </a:ext>
            </a:extLst>
          </p:cNvPr>
          <p:cNvSpPr txBox="1"/>
          <p:nvPr/>
        </p:nvSpPr>
        <p:spPr>
          <a:xfrm>
            <a:off x="7566991" y="1058877"/>
            <a:ext cx="28624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mov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0x170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rbx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add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$0x1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shl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$0x2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ebx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imul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$0x22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0x4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(%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rsp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)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xor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 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ecx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>
                <a:solidFill>
                  <a:srgbClr val="CF222E"/>
                </a:solidFill>
                <a:effectLst/>
                <a:latin typeface="Monaspace Neon"/>
              </a:rPr>
              <a:t>cmp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 </a:t>
            </a:r>
            <a:r>
              <a:rPr lang="en-US" altLang="zh-CN" sz="1800" b="0" i="0" u="none" strike="noStrike" kern="1200">
                <a:solidFill>
                  <a:srgbClr val="0550AE"/>
                </a:solidFill>
                <a:effectLst/>
                <a:latin typeface="Monaspace Neon"/>
              </a:rPr>
              <a:t>$0xc8</a:t>
            </a:r>
            <a:r>
              <a:rPr lang="en-US" altLang="zh-CN" sz="1800" b="0" i="0" u="none" strike="noStrike" kern="1200">
                <a:solidFill>
                  <a:srgbClr val="1F2328"/>
                </a:solidFill>
                <a:effectLst/>
                <a:latin typeface="Monaspace Neon"/>
              </a:rPr>
              <a:t>,</a:t>
            </a:r>
            <a:r>
              <a:rPr lang="en-US" altLang="zh-CN" sz="1800" b="0" i="0" u="none" strike="noStrike" kern="1200">
                <a:solidFill>
                  <a:srgbClr val="6639BA"/>
                </a:solidFill>
                <a:effectLst/>
                <a:latin typeface="Monaspace Neon"/>
              </a:rPr>
              <a:t>%</a:t>
            </a:r>
            <a:r>
              <a:rPr lang="en-US" altLang="zh-CN" sz="1800" b="0" i="0" u="none" strike="noStrike" kern="1200">
                <a:solidFill>
                  <a:srgbClr val="A40E26"/>
                </a:solidFill>
                <a:effectLst/>
                <a:latin typeface="Monaspace Neon"/>
              </a:rPr>
              <a:t>eax</a:t>
            </a:r>
            <a:endParaRPr lang="zh-CN" altLang="zh-CN" sz="18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732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B83477-D6E2-394B-B463-630AE0AFB6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67"/>
          <a:stretch/>
        </p:blipFill>
        <p:spPr>
          <a:xfrm>
            <a:off x="451758" y="1154604"/>
            <a:ext cx="4157348" cy="51763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E18475A-7EF6-5447-A40D-BCFD99EEFF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942"/>
          <a:stretch/>
        </p:blipFill>
        <p:spPr>
          <a:xfrm>
            <a:off x="4625771" y="1149271"/>
            <a:ext cx="3995935" cy="44979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6763D8-3FCD-D4BE-E89C-62EB308431A0}"/>
              </a:ext>
            </a:extLst>
          </p:cNvPr>
          <p:cNvSpPr/>
          <p:nvPr/>
        </p:nvSpPr>
        <p:spPr>
          <a:xfrm>
            <a:off x="5674253" y="1804883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E367E-0C62-D32A-B8D2-C691BDBA1849}"/>
              </a:ext>
            </a:extLst>
          </p:cNvPr>
          <p:cNvSpPr/>
          <p:nvPr/>
        </p:nvSpPr>
        <p:spPr>
          <a:xfrm>
            <a:off x="5674253" y="2855905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79FC5-A914-AA14-9643-AC018AE2C6FD}"/>
              </a:ext>
            </a:extLst>
          </p:cNvPr>
          <p:cNvSpPr/>
          <p:nvPr/>
        </p:nvSpPr>
        <p:spPr>
          <a:xfrm>
            <a:off x="5680992" y="4611782"/>
            <a:ext cx="2934577" cy="367704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27DA2-0320-3ACA-63E9-1F1F97DA1FA3}"/>
              </a:ext>
            </a:extLst>
          </p:cNvPr>
          <p:cNvSpPr txBox="1"/>
          <p:nvPr/>
        </p:nvSpPr>
        <p:spPr>
          <a:xfrm>
            <a:off x="8713193" y="1834846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33CC1-13F1-1E3A-A69D-F227504423A8}"/>
              </a:ext>
            </a:extLst>
          </p:cNvPr>
          <p:cNvSpPr txBox="1"/>
          <p:nvPr/>
        </p:nvSpPr>
        <p:spPr>
          <a:xfrm>
            <a:off x="8719713" y="2895661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870AD-5776-5AEB-30FF-873E3DC71617}"/>
              </a:ext>
            </a:extLst>
          </p:cNvPr>
          <p:cNvSpPr txBox="1"/>
          <p:nvPr/>
        </p:nvSpPr>
        <p:spPr>
          <a:xfrm>
            <a:off x="8752404" y="4611782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solidFill>
                  <a:srgbClr val="2D81FF"/>
                </a:solidFill>
              </a:rPr>
              <a:t>CS3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8DF894-7E21-398F-8BA6-E4E0BA11781B}"/>
              </a:ext>
            </a:extLst>
          </p:cNvPr>
          <p:cNvCxnSpPr>
            <a:cxnSpLocks/>
          </p:cNvCxnSpPr>
          <p:nvPr/>
        </p:nvCxnSpPr>
        <p:spPr>
          <a:xfrm flipV="1">
            <a:off x="9403389" y="1745459"/>
            <a:ext cx="0" cy="551543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17360E-7843-177B-5EDC-2E12394816B3}"/>
              </a:ext>
            </a:extLst>
          </p:cNvPr>
          <p:cNvCxnSpPr>
            <a:cxnSpLocks/>
          </p:cNvCxnSpPr>
          <p:nvPr/>
        </p:nvCxnSpPr>
        <p:spPr>
          <a:xfrm>
            <a:off x="9403389" y="2727396"/>
            <a:ext cx="0" cy="548640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4C8E17-DF0A-D4E0-5B82-0D438B247377}"/>
              </a:ext>
            </a:extLst>
          </p:cNvPr>
          <p:cNvSpPr txBox="1"/>
          <p:nvPr/>
        </p:nvSpPr>
        <p:spPr>
          <a:xfrm>
            <a:off x="9107474" y="231403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9437FF">
                    <a:alpha val="85000"/>
                  </a:srgbClr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SS1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B8DA61-68C0-AF8D-65A3-49DC5001DFB8}"/>
              </a:ext>
            </a:extLst>
          </p:cNvPr>
          <p:cNvCxnSpPr>
            <a:cxnSpLocks/>
          </p:cNvCxnSpPr>
          <p:nvPr/>
        </p:nvCxnSpPr>
        <p:spPr>
          <a:xfrm>
            <a:off x="5634496" y="3288377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498193-3C02-B471-F9B2-46B4212127BB}"/>
              </a:ext>
            </a:extLst>
          </p:cNvPr>
          <p:cNvCxnSpPr>
            <a:cxnSpLocks/>
          </p:cNvCxnSpPr>
          <p:nvPr/>
        </p:nvCxnSpPr>
        <p:spPr>
          <a:xfrm>
            <a:off x="5634494" y="1745459"/>
            <a:ext cx="3906181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7D76B1-52E7-5951-D7ED-FB2963BF7B79}"/>
              </a:ext>
            </a:extLst>
          </p:cNvPr>
          <p:cNvCxnSpPr/>
          <p:nvPr/>
        </p:nvCxnSpPr>
        <p:spPr>
          <a:xfrm>
            <a:off x="5673704" y="4514647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B6542A-5B8F-71B9-7280-2BBEC7722256}"/>
              </a:ext>
            </a:extLst>
          </p:cNvPr>
          <p:cNvCxnSpPr/>
          <p:nvPr/>
        </p:nvCxnSpPr>
        <p:spPr>
          <a:xfrm>
            <a:off x="5673704" y="5725932"/>
            <a:ext cx="3904487" cy="0"/>
          </a:xfrm>
          <a:prstGeom prst="line">
            <a:avLst/>
          </a:prstGeom>
          <a:ln w="41275">
            <a:solidFill>
              <a:srgbClr val="9437FF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62BD82-48CB-0A1C-091E-88EEB73496BD}"/>
              </a:ext>
            </a:extLst>
          </p:cNvPr>
          <p:cNvSpPr txBox="1"/>
          <p:nvPr/>
        </p:nvSpPr>
        <p:spPr>
          <a:xfrm>
            <a:off x="9132547" y="492849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9437FF">
                    <a:alpha val="85000"/>
                  </a:srgbClr>
                </a:solidFill>
                <a:latin typeface="Gill Sans SemiBold" panose="020B0502020104020203" pitchFamily="34" charset="-79"/>
                <a:cs typeface="Gill Sans SemiBold" panose="020B0502020104020203" pitchFamily="34" charset="-79"/>
              </a:rPr>
              <a:t>SS2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4A7152-7A5A-E98B-7CA3-E64A5AD1DBD1}"/>
              </a:ext>
            </a:extLst>
          </p:cNvPr>
          <p:cNvSpPr/>
          <p:nvPr/>
        </p:nvSpPr>
        <p:spPr>
          <a:xfrm>
            <a:off x="3381806" y="1949063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D5082C0-58A7-7DE9-9A5A-D58C68330A56}"/>
              </a:ext>
            </a:extLst>
          </p:cNvPr>
          <p:cNvSpPr/>
          <p:nvPr/>
        </p:nvSpPr>
        <p:spPr>
          <a:xfrm>
            <a:off x="3334648" y="2674110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24C9261-AD23-6F3E-8012-98D379A99B98}"/>
              </a:ext>
            </a:extLst>
          </p:cNvPr>
          <p:cNvCxnSpPr>
            <a:cxnSpLocks/>
          </p:cNvCxnSpPr>
          <p:nvPr/>
        </p:nvCxnSpPr>
        <p:spPr>
          <a:xfrm flipV="1">
            <a:off x="2936582" y="1801872"/>
            <a:ext cx="2696394" cy="685707"/>
          </a:xfrm>
          <a:prstGeom prst="bentConnector3">
            <a:avLst>
              <a:gd name="adj1" fmla="val 45977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4615BCC-F4DB-6F02-BB95-77BF4BA936D9}"/>
              </a:ext>
            </a:extLst>
          </p:cNvPr>
          <p:cNvSpPr/>
          <p:nvPr/>
        </p:nvSpPr>
        <p:spPr>
          <a:xfrm>
            <a:off x="3418505" y="4750421"/>
            <a:ext cx="158445" cy="15237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A978DAE-2CD3-C063-4004-57DEF67E3002}"/>
              </a:ext>
            </a:extLst>
          </p:cNvPr>
          <p:cNvCxnSpPr>
            <a:cxnSpLocks/>
          </p:cNvCxnSpPr>
          <p:nvPr/>
        </p:nvCxnSpPr>
        <p:spPr>
          <a:xfrm flipV="1">
            <a:off x="3091531" y="4561704"/>
            <a:ext cx="2541446" cy="769166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3EBC2EC-E4E9-DB07-0C2D-6E09A12D9F64}"/>
              </a:ext>
            </a:extLst>
          </p:cNvPr>
          <p:cNvSpPr txBox="1"/>
          <p:nvPr/>
        </p:nvSpPr>
        <p:spPr>
          <a:xfrm>
            <a:off x="173443" y="3496544"/>
            <a:ext cx="9509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Depends</a:t>
            </a:r>
          </a:p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0EE69B-6C49-9244-4938-FE615A519A65}"/>
              </a:ext>
            </a:extLst>
          </p:cNvPr>
          <p:cNvCxnSpPr>
            <a:cxnSpLocks/>
          </p:cNvCxnSpPr>
          <p:nvPr/>
        </p:nvCxnSpPr>
        <p:spPr>
          <a:xfrm>
            <a:off x="8275337" y="2155877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F468E36-3BC3-6FEB-A428-AB162F208394}"/>
              </a:ext>
            </a:extLst>
          </p:cNvPr>
          <p:cNvCxnSpPr>
            <a:cxnSpLocks/>
          </p:cNvCxnSpPr>
          <p:nvPr/>
        </p:nvCxnSpPr>
        <p:spPr>
          <a:xfrm>
            <a:off x="8266870" y="3223609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B586184-9838-0125-DDE5-D895FA83013E}"/>
              </a:ext>
            </a:extLst>
          </p:cNvPr>
          <p:cNvCxnSpPr>
            <a:cxnSpLocks/>
          </p:cNvCxnSpPr>
          <p:nvPr/>
        </p:nvCxnSpPr>
        <p:spPr>
          <a:xfrm>
            <a:off x="8306080" y="4936271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Close with solid fill">
            <a:extLst>
              <a:ext uri="{FF2B5EF4-FFF2-40B4-BE49-F238E27FC236}">
                <a16:creationId xmlns:a16="http://schemas.microsoft.com/office/drawing/2014/main" id="{B22E8053-513C-13DF-7CB1-F73ED204F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1282" y="520484"/>
            <a:ext cx="512447" cy="512447"/>
          </a:xfrm>
          <a:prstGeom prst="rect">
            <a:avLst/>
          </a:prstGeom>
        </p:spPr>
      </p:pic>
      <p:pic>
        <p:nvPicPr>
          <p:cNvPr id="125" name="Graphic 124" descr="Power with solid fill">
            <a:extLst>
              <a:ext uri="{FF2B5EF4-FFF2-40B4-BE49-F238E27FC236}">
                <a16:creationId xmlns:a16="http://schemas.microsoft.com/office/drawing/2014/main" id="{DF62913F-41F5-700C-EA86-B2D6CE3AD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33" y="2345588"/>
            <a:ext cx="389402" cy="389402"/>
          </a:xfrm>
          <a:prstGeom prst="rect">
            <a:avLst/>
          </a:prstGeom>
        </p:spPr>
      </p:pic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34855F19-7BDB-6110-BC4D-EC44C8BEB4C7}"/>
              </a:ext>
            </a:extLst>
          </p:cNvPr>
          <p:cNvCxnSpPr>
            <a:cxnSpLocks/>
            <a:stCxn id="125" idx="3"/>
          </p:cNvCxnSpPr>
          <p:nvPr/>
        </p:nvCxnSpPr>
        <p:spPr>
          <a:xfrm flipV="1">
            <a:off x="8745035" y="1010829"/>
            <a:ext cx="389490" cy="1529460"/>
          </a:xfrm>
          <a:prstGeom prst="bentConnector2">
            <a:avLst/>
          </a:prstGeom>
          <a:ln w="34925">
            <a:solidFill>
              <a:schemeClr val="accent2"/>
            </a:solidFill>
            <a:prstDash val="sysDot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A5607D6-9AA6-8AB2-CDE3-D2DBBE848C72}"/>
              </a:ext>
            </a:extLst>
          </p:cNvPr>
          <p:cNvSpPr txBox="1"/>
          <p:nvPr/>
        </p:nvSpPr>
        <p:spPr>
          <a:xfrm>
            <a:off x="6621459" y="400293"/>
            <a:ext cx="2234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CS1 uses old value</a:t>
            </a:r>
          </a:p>
          <a:p>
            <a:pPr algn="ctr"/>
            <a:r>
              <a:rPr lang="en-US" sz="2000" dirty="0">
                <a:solidFill>
                  <a:srgbClr val="011893"/>
                </a:solidFill>
              </a:rPr>
              <a:t>CS2 uses new value</a:t>
            </a:r>
          </a:p>
        </p:txBody>
      </p:sp>
      <p:pic>
        <p:nvPicPr>
          <p:cNvPr id="131" name="Graphic 130" descr="Power with solid fill">
            <a:extLst>
              <a:ext uri="{FF2B5EF4-FFF2-40B4-BE49-F238E27FC236}">
                <a16:creationId xmlns:a16="http://schemas.microsoft.com/office/drawing/2014/main" id="{D80C73B5-20B2-3913-F4DC-E26FD70B0C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7155" y="5769622"/>
            <a:ext cx="389402" cy="389402"/>
          </a:xfrm>
          <a:prstGeom prst="rect">
            <a:avLst/>
          </a:prstGeom>
        </p:spPr>
      </p:pic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18DA66DA-2272-1EB2-DAF7-D3121C3A557A}"/>
              </a:ext>
            </a:extLst>
          </p:cNvPr>
          <p:cNvCxnSpPr>
            <a:cxnSpLocks/>
            <a:stCxn id="150" idx="3"/>
            <a:endCxn id="131" idx="3"/>
          </p:cNvCxnSpPr>
          <p:nvPr/>
        </p:nvCxnSpPr>
        <p:spPr>
          <a:xfrm flipH="1" flipV="1">
            <a:off x="9126557" y="5964323"/>
            <a:ext cx="225947" cy="505708"/>
          </a:xfrm>
          <a:prstGeom prst="bentConnector3">
            <a:avLst>
              <a:gd name="adj1" fmla="val -46812"/>
            </a:avLst>
          </a:prstGeom>
          <a:ln w="34925">
            <a:solidFill>
              <a:schemeClr val="accent2"/>
            </a:solidFill>
            <a:prstDash val="sysDot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Close with solid fill">
            <a:extLst>
              <a:ext uri="{FF2B5EF4-FFF2-40B4-BE49-F238E27FC236}">
                <a16:creationId xmlns:a16="http://schemas.microsoft.com/office/drawing/2014/main" id="{D44C8DB0-0590-6413-458E-984ACF242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0057" y="6213807"/>
            <a:ext cx="512447" cy="512447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E30D5CC8-EB64-BA7B-C30A-FAE767FC5B91}"/>
              </a:ext>
            </a:extLst>
          </p:cNvPr>
          <p:cNvSpPr txBox="1"/>
          <p:nvPr/>
        </p:nvSpPr>
        <p:spPr>
          <a:xfrm>
            <a:off x="6621459" y="6014886"/>
            <a:ext cx="2234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CS1 uses old value</a:t>
            </a:r>
          </a:p>
          <a:p>
            <a:pPr algn="ctr"/>
            <a:r>
              <a:rPr lang="en-US" sz="2000" dirty="0">
                <a:solidFill>
                  <a:srgbClr val="011893"/>
                </a:solidFill>
              </a:rPr>
              <a:t>CS2 uses new value</a:t>
            </a:r>
          </a:p>
        </p:txBody>
      </p:sp>
      <p:cxnSp>
        <p:nvCxnSpPr>
          <p:cNvPr id="202" name="Curved Connector 201">
            <a:extLst>
              <a:ext uri="{FF2B5EF4-FFF2-40B4-BE49-F238E27FC236}">
                <a16:creationId xmlns:a16="http://schemas.microsoft.com/office/drawing/2014/main" id="{EA420CC3-99F9-A9E2-0B89-10BF9488F416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2219" y="2502765"/>
            <a:ext cx="231299" cy="821544"/>
          </a:xfrm>
          <a:prstGeom prst="curvedConnector3">
            <a:avLst>
              <a:gd name="adj1" fmla="val -98833"/>
            </a:avLst>
          </a:prstGeom>
          <a:ln w="3810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5F3DFE3F-5FC4-0E77-B5BD-7EB51D4B0A86}"/>
              </a:ext>
            </a:extLst>
          </p:cNvPr>
          <p:cNvCxnSpPr>
            <a:cxnSpLocks/>
          </p:cNvCxnSpPr>
          <p:nvPr/>
        </p:nvCxnSpPr>
        <p:spPr>
          <a:xfrm flipV="1">
            <a:off x="3334648" y="2843154"/>
            <a:ext cx="2290828" cy="438300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prstDash val="sysDot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52">
            <a:extLst>
              <a:ext uri="{FF2B5EF4-FFF2-40B4-BE49-F238E27FC236}">
                <a16:creationId xmlns:a16="http://schemas.microsoft.com/office/drawing/2014/main" id="{C5E68E3B-2CDC-3E42-B089-CDF891D90745}"/>
              </a:ext>
            </a:extLst>
          </p:cNvPr>
          <p:cNvSpPr/>
          <p:nvPr/>
        </p:nvSpPr>
        <p:spPr>
          <a:xfrm>
            <a:off x="4707970" y="1108180"/>
            <a:ext cx="3907082" cy="4748384"/>
          </a:xfrm>
          <a:prstGeom prst="rect">
            <a:avLst/>
          </a:prstGeom>
          <a:solidFill>
            <a:schemeClr val="accent4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D68EC44C-B046-AB4C-AD1B-50145E8752D1}"/>
              </a:ext>
            </a:extLst>
          </p:cNvPr>
          <p:cNvCxnSpPr>
            <a:cxnSpLocks/>
          </p:cNvCxnSpPr>
          <p:nvPr/>
        </p:nvCxnSpPr>
        <p:spPr>
          <a:xfrm flipV="1">
            <a:off x="9393729" y="4497781"/>
            <a:ext cx="0" cy="421778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13">
            <a:extLst>
              <a:ext uri="{FF2B5EF4-FFF2-40B4-BE49-F238E27FC236}">
                <a16:creationId xmlns:a16="http://schemas.microsoft.com/office/drawing/2014/main" id="{57901B86-4730-714E-9C6B-F79A34B21085}"/>
              </a:ext>
            </a:extLst>
          </p:cNvPr>
          <p:cNvCxnSpPr>
            <a:cxnSpLocks/>
          </p:cNvCxnSpPr>
          <p:nvPr/>
        </p:nvCxnSpPr>
        <p:spPr>
          <a:xfrm>
            <a:off x="9403389" y="5330870"/>
            <a:ext cx="0" cy="386127"/>
          </a:xfrm>
          <a:prstGeom prst="straightConnector1">
            <a:avLst/>
          </a:prstGeom>
          <a:ln w="44450">
            <a:solidFill>
              <a:srgbClr val="9437FF">
                <a:alpha val="85000"/>
              </a:srgbClr>
            </a:solidFill>
            <a:headEnd type="triangl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150">
            <a:extLst>
              <a:ext uri="{FF2B5EF4-FFF2-40B4-BE49-F238E27FC236}">
                <a16:creationId xmlns:a16="http://schemas.microsoft.com/office/drawing/2014/main" id="{3F812001-83B4-824F-BFE9-213DA27DEA03}"/>
              </a:ext>
            </a:extLst>
          </p:cNvPr>
          <p:cNvSpPr txBox="1"/>
          <p:nvPr/>
        </p:nvSpPr>
        <p:spPr>
          <a:xfrm>
            <a:off x="7040933" y="526375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……</a:t>
            </a:r>
            <a:endParaRPr lang="en-US" sz="2000" dirty="0">
              <a:solidFill>
                <a:srgbClr val="011893"/>
              </a:solidFill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246E79A3-949E-4C40-80CC-4EE176AE69B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93169"/>
          <a:stretch/>
        </p:blipFill>
        <p:spPr>
          <a:xfrm>
            <a:off x="557272" y="602890"/>
            <a:ext cx="4141678" cy="4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26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A24A-505D-0B01-A91D-DD40B361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642ADE-246D-5347-9BC2-E5E736438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530" y="3282505"/>
            <a:ext cx="2983111" cy="200510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125D9A-B08B-C4A8-EDFB-DD3F930A7BAA}"/>
              </a:ext>
            </a:extLst>
          </p:cNvPr>
          <p:cNvCxnSpPr>
            <a:cxnSpLocks/>
          </p:cNvCxnSpPr>
          <p:nvPr/>
        </p:nvCxnSpPr>
        <p:spPr>
          <a:xfrm>
            <a:off x="5421233" y="1253525"/>
            <a:ext cx="566928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BEEE822-59F0-68A6-98CD-0844C7AB0259}"/>
              </a:ext>
            </a:extLst>
          </p:cNvPr>
          <p:cNvSpPr/>
          <p:nvPr/>
        </p:nvSpPr>
        <p:spPr>
          <a:xfrm>
            <a:off x="5999366" y="1105524"/>
            <a:ext cx="684380" cy="292780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7C1429-2ECF-92F6-C301-4B938800FA0F}"/>
              </a:ext>
            </a:extLst>
          </p:cNvPr>
          <p:cNvSpPr txBox="1"/>
          <p:nvPr/>
        </p:nvSpPr>
        <p:spPr>
          <a:xfrm>
            <a:off x="6822952" y="1119405"/>
            <a:ext cx="13531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SIE Indirection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F0E6EF-FF74-13C2-AB1F-EAF90480E2FA}"/>
              </a:ext>
            </a:extLst>
          </p:cNvPr>
          <p:cNvSpPr/>
          <p:nvPr/>
        </p:nvSpPr>
        <p:spPr>
          <a:xfrm>
            <a:off x="3371692" y="1137179"/>
            <a:ext cx="562568" cy="260805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544FA-196B-EEC1-BB37-52888083D3D6}"/>
              </a:ext>
            </a:extLst>
          </p:cNvPr>
          <p:cNvSpPr txBox="1"/>
          <p:nvPr/>
        </p:nvSpPr>
        <p:spPr>
          <a:xfrm>
            <a:off x="3999156" y="1137179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CS</a:t>
            </a:r>
          </a:p>
        </p:txBody>
      </p:sp>
      <p:sp>
        <p:nvSpPr>
          <p:cNvPr id="47" name="Rounded Rectangle 74">
            <a:extLst>
              <a:ext uri="{FF2B5EF4-FFF2-40B4-BE49-F238E27FC236}">
                <a16:creationId xmlns:a16="http://schemas.microsoft.com/office/drawing/2014/main" id="{30559720-A89F-C24B-ADCD-0D43E19BEFEF}"/>
              </a:ext>
            </a:extLst>
          </p:cNvPr>
          <p:cNvSpPr/>
          <p:nvPr/>
        </p:nvSpPr>
        <p:spPr>
          <a:xfrm>
            <a:off x="5836380" y="2890988"/>
            <a:ext cx="2761678" cy="811326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64">
            <a:extLst>
              <a:ext uri="{FF2B5EF4-FFF2-40B4-BE49-F238E27FC236}">
                <a16:creationId xmlns:a16="http://schemas.microsoft.com/office/drawing/2014/main" id="{C942ED3B-5099-C946-A062-1E8D99BC32D3}"/>
              </a:ext>
            </a:extLst>
          </p:cNvPr>
          <p:cNvSpPr txBox="1"/>
          <p:nvPr/>
        </p:nvSpPr>
        <p:spPr>
          <a:xfrm>
            <a:off x="5832623" y="2875205"/>
            <a:ext cx="2653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push(eax)</a:t>
            </a:r>
          </a:p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 = eax + 0x7 – V’</a:t>
            </a:r>
          </a:p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set_flag</a:t>
            </a:r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B83D2FC1-578B-464F-BCAD-3B9C5CF33EC6}"/>
              </a:ext>
            </a:extLst>
          </p:cNvPr>
          <p:cNvSpPr/>
          <p:nvPr/>
        </p:nvSpPr>
        <p:spPr>
          <a:xfrm>
            <a:off x="3137194" y="3575495"/>
            <a:ext cx="2136395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35">
            <a:extLst>
              <a:ext uri="{FF2B5EF4-FFF2-40B4-BE49-F238E27FC236}">
                <a16:creationId xmlns:a16="http://schemas.microsoft.com/office/drawing/2014/main" id="{CDA4D191-9C29-5544-ACC1-2F1C6AC0BB84}"/>
              </a:ext>
            </a:extLst>
          </p:cNvPr>
          <p:cNvCxnSpPr>
            <a:cxnSpLocks/>
          </p:cNvCxnSpPr>
          <p:nvPr/>
        </p:nvCxnSpPr>
        <p:spPr>
          <a:xfrm>
            <a:off x="5130267" y="3323240"/>
            <a:ext cx="717401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74">
            <a:extLst>
              <a:ext uri="{FF2B5EF4-FFF2-40B4-BE49-F238E27FC236}">
                <a16:creationId xmlns:a16="http://schemas.microsoft.com/office/drawing/2014/main" id="{060553ED-AD36-A945-9B53-8A7B3848FE73}"/>
              </a:ext>
            </a:extLst>
          </p:cNvPr>
          <p:cNvSpPr/>
          <p:nvPr/>
        </p:nvSpPr>
        <p:spPr>
          <a:xfrm>
            <a:off x="5847668" y="3913425"/>
            <a:ext cx="2761678" cy="884595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64">
            <a:extLst>
              <a:ext uri="{FF2B5EF4-FFF2-40B4-BE49-F238E27FC236}">
                <a16:creationId xmlns:a16="http://schemas.microsoft.com/office/drawing/2014/main" id="{80FF99B6-D42F-3D4B-A245-882EA1448E15}"/>
              </a:ext>
            </a:extLst>
          </p:cNvPr>
          <p:cNvSpPr txBox="1"/>
          <p:nvPr/>
        </p:nvSpPr>
        <p:spPr>
          <a:xfrm>
            <a:off x="5832623" y="3942789"/>
            <a:ext cx="17892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(flag)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eax = pop()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clear_flag</a:t>
            </a:r>
          </a:p>
        </p:txBody>
      </p:sp>
      <p:cxnSp>
        <p:nvCxnSpPr>
          <p:cNvPr id="60" name="Straight Arrow Connector 35">
            <a:extLst>
              <a:ext uri="{FF2B5EF4-FFF2-40B4-BE49-F238E27FC236}">
                <a16:creationId xmlns:a16="http://schemas.microsoft.com/office/drawing/2014/main" id="{1FE82DC4-04E3-AB48-B95B-1CDF6E0AEB5B}"/>
              </a:ext>
            </a:extLst>
          </p:cNvPr>
          <p:cNvCxnSpPr>
            <a:cxnSpLocks/>
          </p:cNvCxnSpPr>
          <p:nvPr/>
        </p:nvCxnSpPr>
        <p:spPr>
          <a:xfrm>
            <a:off x="5141555" y="4388966"/>
            <a:ext cx="717401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74">
            <a:extLst>
              <a:ext uri="{FF2B5EF4-FFF2-40B4-BE49-F238E27FC236}">
                <a16:creationId xmlns:a16="http://schemas.microsoft.com/office/drawing/2014/main" id="{882D249F-476B-4440-ABED-4BD248D2C476}"/>
              </a:ext>
            </a:extLst>
          </p:cNvPr>
          <p:cNvSpPr/>
          <p:nvPr/>
        </p:nvSpPr>
        <p:spPr>
          <a:xfrm>
            <a:off x="5839818" y="4916335"/>
            <a:ext cx="2758240" cy="830997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4">
            <a:extLst>
              <a:ext uri="{FF2B5EF4-FFF2-40B4-BE49-F238E27FC236}">
                <a16:creationId xmlns:a16="http://schemas.microsoft.com/office/drawing/2014/main" id="{3C39D009-371A-3B41-9D65-F8AADA9D43C5}"/>
              </a:ext>
            </a:extLst>
          </p:cNvPr>
          <p:cNvSpPr txBox="1"/>
          <p:nvPr/>
        </p:nvSpPr>
        <p:spPr>
          <a:xfrm>
            <a:off x="5858955" y="4912447"/>
            <a:ext cx="17892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(flag)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eax = pop()</a:t>
            </a:r>
          </a:p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clear_flag</a:t>
            </a:r>
          </a:p>
        </p:txBody>
      </p:sp>
      <p:cxnSp>
        <p:nvCxnSpPr>
          <p:cNvPr id="67" name="Straight Arrow Connector 35">
            <a:extLst>
              <a:ext uri="{FF2B5EF4-FFF2-40B4-BE49-F238E27FC236}">
                <a16:creationId xmlns:a16="http://schemas.microsoft.com/office/drawing/2014/main" id="{89A31886-1BF4-D64B-B88C-5A666979E0CA}"/>
              </a:ext>
            </a:extLst>
          </p:cNvPr>
          <p:cNvCxnSpPr>
            <a:cxnSpLocks/>
          </p:cNvCxnSpPr>
          <p:nvPr/>
        </p:nvCxnSpPr>
        <p:spPr>
          <a:xfrm>
            <a:off x="5141555" y="5063121"/>
            <a:ext cx="717401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74">
            <a:extLst>
              <a:ext uri="{FF2B5EF4-FFF2-40B4-BE49-F238E27FC236}">
                <a16:creationId xmlns:a16="http://schemas.microsoft.com/office/drawing/2014/main" id="{E30CA993-3FEA-474F-BD08-EE14FE7C1188}"/>
              </a:ext>
            </a:extLst>
          </p:cNvPr>
          <p:cNvSpPr/>
          <p:nvPr/>
        </p:nvSpPr>
        <p:spPr>
          <a:xfrm>
            <a:off x="5804266" y="1928413"/>
            <a:ext cx="2761678" cy="331369"/>
          </a:xfrm>
          <a:prstGeom prst="roundRect">
            <a:avLst/>
          </a:prstGeom>
          <a:solidFill>
            <a:srgbClr val="C3D9FF"/>
          </a:solidFill>
          <a:ln w="22225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6">
            <a:extLst>
              <a:ext uri="{FF2B5EF4-FFF2-40B4-BE49-F238E27FC236}">
                <a16:creationId xmlns:a16="http://schemas.microsoft.com/office/drawing/2014/main" id="{718F477F-2D4B-DF49-A1EC-19D31E1E6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643" r="29541" b="67922"/>
          <a:stretch>
            <a:fillRect/>
          </a:stretch>
        </p:blipFill>
        <p:spPr>
          <a:xfrm>
            <a:off x="3048913" y="1721238"/>
            <a:ext cx="2160727" cy="715618"/>
          </a:xfrm>
          <a:prstGeom prst="rect">
            <a:avLst/>
          </a:prstGeom>
        </p:spPr>
      </p:pic>
      <p:sp>
        <p:nvSpPr>
          <p:cNvPr id="73" name="Rectangle 18">
            <a:extLst>
              <a:ext uri="{FF2B5EF4-FFF2-40B4-BE49-F238E27FC236}">
                <a16:creationId xmlns:a16="http://schemas.microsoft.com/office/drawing/2014/main" id="{4DE7ABA1-41B6-954C-9E07-FA2B06BD0953}"/>
              </a:ext>
            </a:extLst>
          </p:cNvPr>
          <p:cNvSpPr/>
          <p:nvPr/>
        </p:nvSpPr>
        <p:spPr>
          <a:xfrm>
            <a:off x="3073246" y="1741118"/>
            <a:ext cx="2136395" cy="337930"/>
          </a:xfrm>
          <a:prstGeom prst="rect">
            <a:avLst/>
          </a:prstGeom>
          <a:noFill/>
          <a:ln w="44450">
            <a:solidFill>
              <a:srgbClr val="2D81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35">
            <a:extLst>
              <a:ext uri="{FF2B5EF4-FFF2-40B4-BE49-F238E27FC236}">
                <a16:creationId xmlns:a16="http://schemas.microsoft.com/office/drawing/2014/main" id="{5C1B520A-5ACE-9F45-857F-FCB7C77E1358}"/>
              </a:ext>
            </a:extLst>
          </p:cNvPr>
          <p:cNvCxnSpPr>
            <a:cxnSpLocks/>
          </p:cNvCxnSpPr>
          <p:nvPr/>
        </p:nvCxnSpPr>
        <p:spPr>
          <a:xfrm>
            <a:off x="5209641" y="2132056"/>
            <a:ext cx="568589" cy="0"/>
          </a:xfrm>
          <a:prstGeom prst="straightConnector1">
            <a:avLst/>
          </a:prstGeom>
          <a:ln w="76200">
            <a:solidFill>
              <a:srgbClr val="011893">
                <a:alpha val="99000"/>
              </a:srgb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53">
            <a:extLst>
              <a:ext uri="{FF2B5EF4-FFF2-40B4-BE49-F238E27FC236}">
                <a16:creationId xmlns:a16="http://schemas.microsoft.com/office/drawing/2014/main" id="{A93C47E3-9631-B44B-B809-01E84D5FD3A2}"/>
              </a:ext>
            </a:extLst>
          </p:cNvPr>
          <p:cNvSpPr/>
          <p:nvPr/>
        </p:nvSpPr>
        <p:spPr>
          <a:xfrm>
            <a:off x="2107769" y="1577059"/>
            <a:ext cx="6695267" cy="86376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64">
            <a:extLst>
              <a:ext uri="{FF2B5EF4-FFF2-40B4-BE49-F238E27FC236}">
                <a16:creationId xmlns:a16="http://schemas.microsoft.com/office/drawing/2014/main" id="{B5A3101D-2F43-CA47-A102-229B19587EFA}"/>
              </a:ext>
            </a:extLst>
          </p:cNvPr>
          <p:cNvSpPr txBox="1"/>
          <p:nvPr/>
        </p:nvSpPr>
        <p:spPr>
          <a:xfrm>
            <a:off x="5789221" y="1940022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eflags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cmp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(V’- %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eax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87" name="Rectangle 53">
            <a:extLst>
              <a:ext uri="{FF2B5EF4-FFF2-40B4-BE49-F238E27FC236}">
                <a16:creationId xmlns:a16="http://schemas.microsoft.com/office/drawing/2014/main" id="{0722CA3D-BE1A-344B-B0B3-BF0DA4F48834}"/>
              </a:ext>
            </a:extLst>
          </p:cNvPr>
          <p:cNvSpPr/>
          <p:nvPr/>
        </p:nvSpPr>
        <p:spPr>
          <a:xfrm>
            <a:off x="2107769" y="2573090"/>
            <a:ext cx="6695267" cy="330076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F69C0B4-07AF-8A4C-AC1F-6DDF06F0E26A}"/>
              </a:ext>
            </a:extLst>
          </p:cNvPr>
          <p:cNvSpPr txBox="1"/>
          <p:nvPr/>
        </p:nvSpPr>
        <p:spPr>
          <a:xfrm>
            <a:off x="5151809" y="1759608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>
                <a:solidFill>
                  <a:srgbClr val="C00000"/>
                </a:solidFill>
              </a:rPr>
              <a:t>INT3</a:t>
            </a:r>
            <a:endParaRPr kumimoji="1"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725F494-43B7-1D4D-81F0-24ED94B748AE}"/>
              </a:ext>
            </a:extLst>
          </p:cNvPr>
          <p:cNvSpPr txBox="1"/>
          <p:nvPr/>
        </p:nvSpPr>
        <p:spPr>
          <a:xfrm>
            <a:off x="5195482" y="2927652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>
                <a:solidFill>
                  <a:srgbClr val="06B050"/>
                </a:solidFill>
              </a:rPr>
              <a:t>JMP</a:t>
            </a:r>
            <a:endParaRPr kumimoji="1" lang="zh-CN" altLang="en-US" sz="1600" b="1">
              <a:solidFill>
                <a:srgbClr val="06B050"/>
              </a:solidFill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15E2489-D74D-7C40-9C73-988C914701BA}"/>
              </a:ext>
            </a:extLst>
          </p:cNvPr>
          <p:cNvSpPr txBox="1"/>
          <p:nvPr/>
        </p:nvSpPr>
        <p:spPr>
          <a:xfrm>
            <a:off x="5195481" y="4012183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>
                <a:solidFill>
                  <a:srgbClr val="06B050"/>
                </a:solidFill>
              </a:rPr>
              <a:t>JMP</a:t>
            </a:r>
            <a:endParaRPr kumimoji="1" lang="zh-CN" altLang="en-US" sz="1600" b="1">
              <a:solidFill>
                <a:srgbClr val="06B050"/>
              </a:solidFill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9449CF8-F9DE-F045-B95F-F334669E7FD6}"/>
              </a:ext>
            </a:extLst>
          </p:cNvPr>
          <p:cNvSpPr txBox="1"/>
          <p:nvPr/>
        </p:nvSpPr>
        <p:spPr>
          <a:xfrm>
            <a:off x="5195481" y="4686339"/>
            <a:ext cx="569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>
                <a:solidFill>
                  <a:srgbClr val="06B050"/>
                </a:solidFill>
              </a:rPr>
              <a:t>JMP</a:t>
            </a:r>
            <a:endParaRPr kumimoji="1" lang="zh-CN" altLang="en-US" sz="1600" b="1">
              <a:solidFill>
                <a:srgbClr val="06B050"/>
              </a:solidFill>
            </a:endParaRPr>
          </a:p>
        </p:txBody>
      </p:sp>
      <p:sp>
        <p:nvSpPr>
          <p:cNvPr id="94" name="TextBox 42">
            <a:extLst>
              <a:ext uri="{FF2B5EF4-FFF2-40B4-BE49-F238E27FC236}">
                <a16:creationId xmlns:a16="http://schemas.microsoft.com/office/drawing/2014/main" id="{B40A16C5-5D57-B44E-8F56-F76667835A91}"/>
              </a:ext>
            </a:extLst>
          </p:cNvPr>
          <p:cNvSpPr txBox="1"/>
          <p:nvPr/>
        </p:nvSpPr>
        <p:spPr>
          <a:xfrm>
            <a:off x="7337906" y="1592920"/>
            <a:ext cx="141404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Unoptimized</a:t>
            </a:r>
          </a:p>
        </p:txBody>
      </p:sp>
      <p:sp>
        <p:nvSpPr>
          <p:cNvPr id="95" name="TextBox 42">
            <a:extLst>
              <a:ext uri="{FF2B5EF4-FFF2-40B4-BE49-F238E27FC236}">
                <a16:creationId xmlns:a16="http://schemas.microsoft.com/office/drawing/2014/main" id="{4EB9CC65-DE47-CE43-A8D0-CE7EEE7D47FC}"/>
              </a:ext>
            </a:extLst>
          </p:cNvPr>
          <p:cNvSpPr txBox="1"/>
          <p:nvPr/>
        </p:nvSpPr>
        <p:spPr>
          <a:xfrm>
            <a:off x="7445307" y="2603709"/>
            <a:ext cx="115275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06B050"/>
                </a:solidFill>
              </a:rPr>
              <a:t>Optimized</a:t>
            </a:r>
          </a:p>
        </p:txBody>
      </p:sp>
      <p:cxnSp>
        <p:nvCxnSpPr>
          <p:cNvPr id="31" name="Curved Connector 201">
            <a:extLst>
              <a:ext uri="{FF2B5EF4-FFF2-40B4-BE49-F238E27FC236}">
                <a16:creationId xmlns:a16="http://schemas.microsoft.com/office/drawing/2014/main" id="{38818D42-13B2-8944-BB0B-CDF255C33F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99231" y="4144547"/>
            <a:ext cx="553009" cy="840267"/>
          </a:xfrm>
          <a:prstGeom prst="curvedConnector2">
            <a:avLst/>
          </a:prstGeom>
          <a:ln w="3810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201">
            <a:extLst>
              <a:ext uri="{FF2B5EF4-FFF2-40B4-BE49-F238E27FC236}">
                <a16:creationId xmlns:a16="http://schemas.microsoft.com/office/drawing/2014/main" id="{E3A9279B-7537-9747-B0C6-B5198BD2F8F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152238" y="4144547"/>
            <a:ext cx="38659" cy="328823"/>
          </a:xfrm>
          <a:prstGeom prst="curvedConnector3">
            <a:avLst>
              <a:gd name="adj1" fmla="val -310696"/>
            </a:avLst>
          </a:prstGeom>
          <a:ln w="38100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07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lkTemplate" id="{99420433-E2D8-4542-BAC2-E1A9C13DD0B2}" vid="{58447DFB-0F24-E640-A2B1-F3ECE6D74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176652</TotalTime>
  <Words>2340</Words>
  <Application>Microsoft Macintosh PowerPoint</Application>
  <PresentationFormat>宽屏</PresentationFormat>
  <Paragraphs>568</Paragraphs>
  <Slides>35</Slides>
  <Notes>8</Notes>
  <HiddenSlides>1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华文中宋</vt:lpstr>
      <vt:lpstr>Inter</vt:lpstr>
      <vt:lpstr>Monaspace Neon</vt:lpstr>
      <vt:lpstr>Arial</vt:lpstr>
      <vt:lpstr>Calibri</vt:lpstr>
      <vt:lpstr>Cambria Math</vt:lpstr>
      <vt:lpstr>Consolas</vt:lpstr>
      <vt:lpstr>Corbel</vt:lpstr>
      <vt:lpstr>Futura Medium</vt:lpstr>
      <vt:lpstr>Gill Sans</vt:lpstr>
      <vt:lpstr>Gill Sans Light</vt:lpstr>
      <vt:lpstr>Gill Sans MT</vt:lpstr>
      <vt:lpstr>Gill Sans SemiBold</vt:lpstr>
      <vt:lpstr>Helvetica</vt:lpstr>
      <vt:lpstr>Helvetica Neue Regular</vt:lpstr>
      <vt:lpstr>Menlo</vt:lpstr>
      <vt:lpstr>Segoe UI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Systems as Processes</dc:title>
  <dc:creator>JING LIU</dc:creator>
  <cp:lastModifiedBy>陈 中杰</cp:lastModifiedBy>
  <cp:revision>6101</cp:revision>
  <cp:lastPrinted>2025-12-10T06:56:32Z</cp:lastPrinted>
  <dcterms:created xsi:type="dcterms:W3CDTF">2019-06-11T22:33:37Z</dcterms:created>
  <dcterms:modified xsi:type="dcterms:W3CDTF">2025-12-11T11:29:51Z</dcterms:modified>
</cp:coreProperties>
</file>